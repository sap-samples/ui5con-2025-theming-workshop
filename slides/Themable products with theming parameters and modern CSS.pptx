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95" r:id="rId10"/>
  </p:sldMasterIdLst>
  <p:notesMasterIdLst>
    <p:notesMasterId r:id="rId32"/>
  </p:notesMasterIdLst>
  <p:handoutMasterIdLst>
    <p:handoutMasterId r:id="rId33"/>
  </p:handoutMasterIdLst>
  <p:sldIdLst>
    <p:sldId id="519" r:id="rId11"/>
    <p:sldId id="452" r:id="rId12"/>
    <p:sldId id="509" r:id="rId13"/>
    <p:sldId id="515" r:id="rId14"/>
    <p:sldId id="514" r:id="rId15"/>
    <p:sldId id="517" r:id="rId16"/>
    <p:sldId id="532" r:id="rId17"/>
    <p:sldId id="510" r:id="rId18"/>
    <p:sldId id="522" r:id="rId19"/>
    <p:sldId id="525" r:id="rId20"/>
    <p:sldId id="521" r:id="rId21"/>
    <p:sldId id="520" r:id="rId22"/>
    <p:sldId id="533" r:id="rId23"/>
    <p:sldId id="511" r:id="rId24"/>
    <p:sldId id="524" r:id="rId25"/>
    <p:sldId id="526" r:id="rId26"/>
    <p:sldId id="512" r:id="rId27"/>
    <p:sldId id="527" r:id="rId28"/>
    <p:sldId id="528" r:id="rId29"/>
    <p:sldId id="529" r:id="rId30"/>
    <p:sldId id="531" r:id="rId31"/>
  </p:sldIdLst>
  <p:sldSz cx="12195175" cy="6858000"/>
  <p:notesSz cx="6858000" cy="9144000"/>
  <p:embeddedFontLst>
    <p:embeddedFont>
      <p:font typeface="72 Brand" panose="020B0604020202020204" charset="0"/>
      <p:regular r:id="rId34"/>
      <p:bold r:id="rId35"/>
      <p:italic r:id="rId36"/>
      <p:boldItalic r:id="rId37"/>
    </p:embeddedFont>
    <p:embeddedFont>
      <p:font typeface="Consolas" panose="020B0609020204030204" pitchFamily="49" charset="0"/>
      <p:regular r:id="rId38"/>
      <p:bold r:id="rId39"/>
      <p:italic r:id="rId40"/>
      <p:boldItalic r:id="rId41"/>
    </p:embeddedFont>
    <p:embeddedFont>
      <p:font typeface="Hasklig" panose="020B0604020202020204" charset="0"/>
      <p:regular r:id="rId42"/>
      <p:bold r:id="rId43"/>
      <p:italic r:id="rId44"/>
      <p:boldItalic r:id="rId45"/>
    </p:embeddedFont>
    <p:embeddedFont>
      <p:font typeface="Inter" panose="020B0604020202020204" charset="0"/>
      <p:regular r:id="rId46"/>
      <p:bold r:id="rId47"/>
      <p:italic r:id="rId48"/>
      <p:boldItalic r:id="rId49"/>
    </p:embeddedFont>
    <p:embeddedFont>
      <p:font typeface="Inter SemiBold" panose="020B0604020202020204" charset="0"/>
      <p:regular r:id="rId50"/>
      <p:bold r:id="rId51"/>
      <p:italic r:id="rId52"/>
      <p:boldItalic r:id="rId53"/>
    </p:embeddedFont>
  </p:embeddedFontLst>
  <p:custDataLst>
    <p:tags r:id="rId54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E893BCA-B20F-408A-82BA-543A63E9C33F}">
          <p14:sldIdLst>
            <p14:sldId id="519"/>
            <p14:sldId id="452"/>
          </p14:sldIdLst>
        </p14:section>
        <p14:section name="Why theming matters" id="{C9820CB9-1C9F-1D46-92A4-96BEB92B9DBC}">
          <p14:sldIdLst>
            <p14:sldId id="509"/>
            <p14:sldId id="515"/>
            <p14:sldId id="514"/>
            <p14:sldId id="517"/>
            <p14:sldId id="532"/>
          </p14:sldIdLst>
        </p14:section>
        <p14:section name="How it was done" id="{9EB9CCCC-68AF-D44B-8763-01D8CE273421}">
          <p14:sldIdLst>
            <p14:sldId id="510"/>
            <p14:sldId id="522"/>
            <p14:sldId id="525"/>
            <p14:sldId id="521"/>
            <p14:sldId id="520"/>
            <p14:sldId id="533"/>
          </p14:sldIdLst>
        </p14:section>
        <p14:section name="Use CSS custom properties" id="{6F4082E3-7C9C-FE4C-A376-2AD280183B62}">
          <p14:sldIdLst>
            <p14:sldId id="511"/>
            <p14:sldId id="524"/>
            <p14:sldId id="526"/>
          </p14:sldIdLst>
        </p14:section>
        <p14:section name="What could be next" id="{71B89035-6C83-9445-88F4-3A22577FF0DA}">
          <p14:sldIdLst>
            <p14:sldId id="512"/>
            <p14:sldId id="527"/>
            <p14:sldId id="528"/>
            <p14:sldId id="529"/>
            <p14:sldId id="531"/>
          </p14:sldIdLst>
        </p14:section>
      </p14:sectionLst>
    </p:ext>
    <p:ext uri="{EFAFB233-063F-42B5-8137-9DF3F51BA10A}">
      <p15:sldGuideLst xmlns:p15="http://schemas.microsoft.com/office/powerpoint/2012/main">
        <p15:guide id="1" pos="2707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pos="3841" userDrawn="1">
          <p15:clr>
            <a:srgbClr val="A4A3A4"/>
          </p15:clr>
        </p15:guide>
        <p15:guide id="4" pos="52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BFBFB"/>
    <a:srgbClr val="FDFDFD"/>
    <a:srgbClr val="F9F9F9"/>
    <a:srgbClr val="090E20"/>
    <a:srgbClr val="F9F9F5"/>
    <a:srgbClr val="5FC4E8"/>
    <a:srgbClr val="D9D100"/>
    <a:srgbClr val="009BE2"/>
    <a:srgbClr val="8838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BD7045-293C-6C4F-B03B-AFF4443FE06C}" v="323" dt="2025-07-07T09:10:53.250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2707"/>
        <p:guide orient="horz" pos="2160"/>
        <p:guide pos="3841"/>
        <p:guide pos="5202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font" Target="fonts/font6.fntdata"/><Relationship Id="rId21" Type="http://schemas.openxmlformats.org/officeDocument/2006/relationships/slide" Target="slides/slide11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font" Target="fonts/font17.fntdata"/><Relationship Id="rId55" Type="http://schemas.openxmlformats.org/officeDocument/2006/relationships/presProps" Target="presProp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3" Type="http://schemas.openxmlformats.org/officeDocument/2006/relationships/font" Target="fonts/font20.fntdata"/><Relationship Id="rId58" Type="http://schemas.openxmlformats.org/officeDocument/2006/relationships/tableStyles" Target="tableStyles.xml"/><Relationship Id="rId5" Type="http://schemas.openxmlformats.org/officeDocument/2006/relationships/customXml" Target="../customXml/item5.xml"/><Relationship Id="rId19" Type="http://schemas.openxmlformats.org/officeDocument/2006/relationships/slide" Target="slides/slide9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56" Type="http://schemas.openxmlformats.org/officeDocument/2006/relationships/viewProps" Target="viewProps.xml"/><Relationship Id="rId8" Type="http://schemas.openxmlformats.org/officeDocument/2006/relationships/customXml" Target="../customXml/item8.xml"/><Relationship Id="rId51" Type="http://schemas.openxmlformats.org/officeDocument/2006/relationships/font" Target="fonts/font18.fntdata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59" Type="http://schemas.microsoft.com/office/2016/11/relationships/changesInfo" Target="changesInfos/changesInfo1.xml"/><Relationship Id="rId20" Type="http://schemas.openxmlformats.org/officeDocument/2006/relationships/slide" Target="slides/slide10.xml"/><Relationship Id="rId41" Type="http://schemas.openxmlformats.org/officeDocument/2006/relationships/font" Target="fonts/font8.fntdata"/><Relationship Id="rId54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font" Target="fonts/font3.fntdata"/><Relationship Id="rId49" Type="http://schemas.openxmlformats.org/officeDocument/2006/relationships/font" Target="fonts/font16.fntdata"/><Relationship Id="rId57" Type="http://schemas.openxmlformats.org/officeDocument/2006/relationships/theme" Target="theme/theme1.xml"/><Relationship Id="rId10" Type="http://schemas.openxmlformats.org/officeDocument/2006/relationships/slideMaster" Target="slideMasters/slideMaster1.xml"/><Relationship Id="rId31" Type="http://schemas.openxmlformats.org/officeDocument/2006/relationships/slide" Target="slides/slide21.xml"/><Relationship Id="rId44" Type="http://schemas.openxmlformats.org/officeDocument/2006/relationships/font" Target="fonts/font11.fntdata"/><Relationship Id="rId52" Type="http://schemas.openxmlformats.org/officeDocument/2006/relationships/font" Target="fonts/font19.fntdata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lug, David" userId="S::david.klug@sap.com::9c27dda9-40b9-4b1b-88ce-bc036be0c24d" providerId="AD" clId="Web-{65CC7849-EC10-7E8B-53EB-4942D8A650A8}"/>
    <pc:docChg chg="addSld delSld modSld sldOrd modSection">
      <pc:chgData name="Klug, David" userId="S::david.klug@sap.com::9c27dda9-40b9-4b1b-88ce-bc036be0c24d" providerId="AD" clId="Web-{65CC7849-EC10-7E8B-53EB-4942D8A650A8}" dt="2025-07-03T11:19:58.929" v="1677"/>
      <pc:docMkLst>
        <pc:docMk/>
      </pc:docMkLst>
      <pc:sldChg chg="modNotes">
        <pc:chgData name="Klug, David" userId="S::david.klug@sap.com::9c27dda9-40b9-4b1b-88ce-bc036be0c24d" providerId="AD" clId="Web-{65CC7849-EC10-7E8B-53EB-4942D8A650A8}" dt="2025-07-02T12:29:17.960" v="538"/>
        <pc:sldMkLst>
          <pc:docMk/>
          <pc:sldMk cId="1539925076" sldId="452"/>
        </pc:sldMkLst>
      </pc:sldChg>
      <pc:sldChg chg="modNotes">
        <pc:chgData name="Klug, David" userId="S::david.klug@sap.com::9c27dda9-40b9-4b1b-88ce-bc036be0c24d" providerId="AD" clId="Web-{65CC7849-EC10-7E8B-53EB-4942D8A650A8}" dt="2025-07-02T12:57:13.453" v="712"/>
        <pc:sldMkLst>
          <pc:docMk/>
          <pc:sldMk cId="4209447120" sldId="509"/>
        </pc:sldMkLst>
      </pc:sldChg>
      <pc:sldChg chg="modNotes">
        <pc:chgData name="Klug, David" userId="S::david.klug@sap.com::9c27dda9-40b9-4b1b-88ce-bc036be0c24d" providerId="AD" clId="Web-{65CC7849-EC10-7E8B-53EB-4942D8A650A8}" dt="2025-07-03T10:53:27.057" v="1293"/>
        <pc:sldMkLst>
          <pc:docMk/>
          <pc:sldMk cId="2135446312" sldId="514"/>
        </pc:sldMkLst>
      </pc:sldChg>
      <pc:sldChg chg="delSp modSp ord modNotes">
        <pc:chgData name="Klug, David" userId="S::david.klug@sap.com::9c27dda9-40b9-4b1b-88ce-bc036be0c24d" providerId="AD" clId="Web-{65CC7849-EC10-7E8B-53EB-4942D8A650A8}" dt="2025-07-03T11:16:13.312" v="1676"/>
        <pc:sldMkLst>
          <pc:docMk/>
          <pc:sldMk cId="1267223644" sldId="515"/>
        </pc:sldMkLst>
        <pc:picChg chg="mod">
          <ac:chgData name="Klug, David" userId="S::david.klug@sap.com::9c27dda9-40b9-4b1b-88ce-bc036be0c24d" providerId="AD" clId="Web-{65CC7849-EC10-7E8B-53EB-4942D8A650A8}" dt="2025-07-02T12:49:24.781" v="630" actId="1076"/>
          <ac:picMkLst>
            <pc:docMk/>
            <pc:sldMk cId="1267223644" sldId="515"/>
            <ac:picMk id="6" creationId="{2CE39B75-6EAD-0233-17CD-900C07E12A84}"/>
          </ac:picMkLst>
        </pc:picChg>
      </pc:sldChg>
      <pc:sldChg chg="delSp modSp modNotes">
        <pc:chgData name="Klug, David" userId="S::david.klug@sap.com::9c27dda9-40b9-4b1b-88ce-bc036be0c24d" providerId="AD" clId="Web-{65CC7849-EC10-7E8B-53EB-4942D8A650A8}" dt="2025-07-03T11:12:56.789" v="1659"/>
        <pc:sldMkLst>
          <pc:docMk/>
          <pc:sldMk cId="1196697144" sldId="517"/>
        </pc:sldMkLst>
        <pc:spChg chg="mod">
          <ac:chgData name="Klug, David" userId="S::david.klug@sap.com::9c27dda9-40b9-4b1b-88ce-bc036be0c24d" providerId="AD" clId="Web-{65CC7849-EC10-7E8B-53EB-4942D8A650A8}" dt="2025-07-03T06:05:41.541" v="1231" actId="20577"/>
          <ac:spMkLst>
            <pc:docMk/>
            <pc:sldMk cId="1196697144" sldId="517"/>
            <ac:spMk id="2" creationId="{5AEDA673-4F59-F79A-448A-90D38E6DE730}"/>
          </ac:spMkLst>
        </pc:spChg>
        <pc:spChg chg="mod">
          <ac:chgData name="Klug, David" userId="S::david.klug@sap.com::9c27dda9-40b9-4b1b-88ce-bc036be0c24d" providerId="AD" clId="Web-{65CC7849-EC10-7E8B-53EB-4942D8A650A8}" dt="2025-07-03T06:06:03.807" v="1233" actId="1076"/>
          <ac:spMkLst>
            <pc:docMk/>
            <pc:sldMk cId="1196697144" sldId="517"/>
            <ac:spMk id="15" creationId="{A6708364-0506-103F-F109-8B8EBB683BB5}"/>
          </ac:spMkLst>
        </pc:spChg>
      </pc:sldChg>
      <pc:sldChg chg="delSp modSp">
        <pc:chgData name="Klug, David" userId="S::david.klug@sap.com::9c27dda9-40b9-4b1b-88ce-bc036be0c24d" providerId="AD" clId="Web-{65CC7849-EC10-7E8B-53EB-4942D8A650A8}" dt="2025-07-03T06:07:45.407" v="1260" actId="1076"/>
        <pc:sldMkLst>
          <pc:docMk/>
          <pc:sldMk cId="1508077441" sldId="518"/>
        </pc:sldMkLst>
      </pc:sldChg>
      <pc:sldChg chg="addSp delSp modSp modNotes">
        <pc:chgData name="Klug, David" userId="S::david.klug@sap.com::9c27dda9-40b9-4b1b-88ce-bc036be0c24d" providerId="AD" clId="Web-{65CC7849-EC10-7E8B-53EB-4942D8A650A8}" dt="2025-07-03T05:25:42.450" v="1184"/>
        <pc:sldMkLst>
          <pc:docMk/>
          <pc:sldMk cId="1323130137" sldId="519"/>
        </pc:sldMkLst>
        <pc:picChg chg="add mod ord">
          <ac:chgData name="Klug, David" userId="S::david.klug@sap.com::9c27dda9-40b9-4b1b-88ce-bc036be0c24d" providerId="AD" clId="Web-{65CC7849-EC10-7E8B-53EB-4942D8A650A8}" dt="2025-07-03T05:24:55.931" v="1181"/>
          <ac:picMkLst>
            <pc:docMk/>
            <pc:sldMk cId="1323130137" sldId="519"/>
            <ac:picMk id="5" creationId="{A1D27E27-AFC1-A66D-8162-3BD7BA4AA34E}"/>
          </ac:picMkLst>
        </pc:picChg>
        <pc:picChg chg="add mod ord">
          <ac:chgData name="Klug, David" userId="S::david.klug@sap.com::9c27dda9-40b9-4b1b-88ce-bc036be0c24d" providerId="AD" clId="Web-{65CC7849-EC10-7E8B-53EB-4942D8A650A8}" dt="2025-07-03T05:25:12.479" v="1182"/>
          <ac:picMkLst>
            <pc:docMk/>
            <pc:sldMk cId="1323130137" sldId="519"/>
            <ac:picMk id="6" creationId="{DD9255B0-167D-55BD-7CFE-69281DEDB9FA}"/>
          </ac:picMkLst>
        </pc:picChg>
        <pc:picChg chg="add mod ord">
          <ac:chgData name="Klug, David" userId="S::david.klug@sap.com::9c27dda9-40b9-4b1b-88ce-bc036be0c24d" providerId="AD" clId="Web-{65CC7849-EC10-7E8B-53EB-4942D8A650A8}" dt="2025-07-03T05:25:27.246" v="1183"/>
          <ac:picMkLst>
            <pc:docMk/>
            <pc:sldMk cId="1323130137" sldId="519"/>
            <ac:picMk id="7" creationId="{5C61CE29-77D0-6C6B-D6FE-830265DE6F66}"/>
          </ac:picMkLst>
        </pc:picChg>
        <pc:picChg chg="add mod ord">
          <ac:chgData name="Klug, David" userId="S::david.klug@sap.com::9c27dda9-40b9-4b1b-88ce-bc036be0c24d" providerId="AD" clId="Web-{65CC7849-EC10-7E8B-53EB-4942D8A650A8}" dt="2025-07-03T05:25:42.450" v="1184"/>
          <ac:picMkLst>
            <pc:docMk/>
            <pc:sldMk cId="1323130137" sldId="519"/>
            <ac:picMk id="8" creationId="{21F58777-ED4A-1AA2-CDEE-11A0D6E94232}"/>
          </ac:picMkLst>
        </pc:picChg>
      </pc:sldChg>
      <pc:sldChg chg="add del mod replId modShow">
        <pc:chgData name="Klug, David" userId="S::david.klug@sap.com::9c27dda9-40b9-4b1b-88ce-bc036be0c24d" providerId="AD" clId="Web-{65CC7849-EC10-7E8B-53EB-4942D8A650A8}" dt="2025-07-03T11:19:58.929" v="1677"/>
        <pc:sldMkLst>
          <pc:docMk/>
          <pc:sldMk cId="3296996754" sldId="530"/>
        </pc:sldMkLst>
      </pc:sldChg>
      <pc:sldChg chg="modNotes">
        <pc:chgData name="Klug, David" userId="S::david.klug@sap.com::9c27dda9-40b9-4b1b-88ce-bc036be0c24d" providerId="AD" clId="Web-{65CC7849-EC10-7E8B-53EB-4942D8A650A8}" dt="2025-07-03T11:09:34.140" v="1656"/>
        <pc:sldMkLst>
          <pc:docMk/>
          <pc:sldMk cId="637689989" sldId="532"/>
        </pc:sldMkLst>
      </pc:sldChg>
    </pc:docChg>
  </pc:docChgLst>
  <pc:docChgLst>
    <pc:chgData name="Klug, David" userId="S::david.klug@sap.com::9c27dda9-40b9-4b1b-88ce-bc036be0c24d" providerId="AD" clId="Web-{E2D60859-9ADE-CEA2-2E15-EC4470B66C01}"/>
    <pc:docChg chg="modSld">
      <pc:chgData name="Klug, David" userId="S::david.klug@sap.com::9c27dda9-40b9-4b1b-88ce-bc036be0c24d" providerId="AD" clId="Web-{E2D60859-9ADE-CEA2-2E15-EC4470B66C01}" dt="2025-07-07T08:54:34.148" v="49"/>
      <pc:docMkLst>
        <pc:docMk/>
      </pc:docMkLst>
      <pc:sldChg chg="modNotes">
        <pc:chgData name="Klug, David" userId="S::david.klug@sap.com::9c27dda9-40b9-4b1b-88ce-bc036be0c24d" providerId="AD" clId="Web-{E2D60859-9ADE-CEA2-2E15-EC4470B66C01}" dt="2025-07-07T08:53:33.176" v="2"/>
        <pc:sldMkLst>
          <pc:docMk/>
          <pc:sldMk cId="1539925076" sldId="452"/>
        </pc:sldMkLst>
      </pc:sldChg>
      <pc:sldChg chg="modNotes">
        <pc:chgData name="Klug, David" userId="S::david.klug@sap.com::9c27dda9-40b9-4b1b-88ce-bc036be0c24d" providerId="AD" clId="Web-{E2D60859-9ADE-CEA2-2E15-EC4470B66C01}" dt="2025-07-07T08:54:04.536" v="5"/>
        <pc:sldMkLst>
          <pc:docMk/>
          <pc:sldMk cId="1196697144" sldId="517"/>
        </pc:sldMkLst>
      </pc:sldChg>
      <pc:sldChg chg="modNotes">
        <pc:chgData name="Klug, David" userId="S::david.klug@sap.com::9c27dda9-40b9-4b1b-88ce-bc036be0c24d" providerId="AD" clId="Web-{E2D60859-9ADE-CEA2-2E15-EC4470B66C01}" dt="2025-07-07T08:54:34.148" v="49"/>
        <pc:sldMkLst>
          <pc:docMk/>
          <pc:sldMk cId="637689989" sldId="532"/>
        </pc:sldMkLst>
      </pc:sldChg>
    </pc:docChg>
  </pc:docChgLst>
  <pc:docChgLst>
    <pc:chgData name="Roessler, Andreas" userId="S::andreas.roessler@sap.com::1337cdb5-6388-4275-91f7-0499db4a772d" providerId="AD" clId="Web-{842146F9-CB09-CA03-73F9-4A29CC6AD302}"/>
    <pc:docChg chg="modSld sldOrd">
      <pc:chgData name="Roessler, Andreas" userId="S::andreas.roessler@sap.com::1337cdb5-6388-4275-91f7-0499db4a772d" providerId="AD" clId="Web-{842146F9-CB09-CA03-73F9-4A29CC6AD302}" dt="2025-07-01T14:37:56.706" v="2"/>
      <pc:docMkLst>
        <pc:docMk/>
      </pc:docMkLst>
      <pc:sldChg chg="ord">
        <pc:chgData name="Roessler, Andreas" userId="S::andreas.roessler@sap.com::1337cdb5-6388-4275-91f7-0499db4a772d" providerId="AD" clId="Web-{842146F9-CB09-CA03-73F9-4A29CC6AD302}" dt="2025-07-01T14:34:11.214" v="1"/>
        <pc:sldMkLst>
          <pc:docMk/>
          <pc:sldMk cId="3080395555" sldId="521"/>
        </pc:sldMkLst>
      </pc:sldChg>
      <pc:sldChg chg="mod modShow">
        <pc:chgData name="Roessler, Andreas" userId="S::andreas.roessler@sap.com::1337cdb5-6388-4275-91f7-0499db4a772d" providerId="AD" clId="Web-{842146F9-CB09-CA03-73F9-4A29CC6AD302}" dt="2025-07-01T14:37:56.706" v="2"/>
        <pc:sldMkLst>
          <pc:docMk/>
          <pc:sldMk cId="3017155746" sldId="523"/>
        </pc:sldMkLst>
      </pc:sldChg>
    </pc:docChg>
  </pc:docChgLst>
  <pc:docChgLst>
    <pc:chgData name="Schreiber, Dominik" userId="b4a011dc-1bbf-4696-be77-011b6923fe4d" providerId="ADAL" clId="{48BD7045-293C-6C4F-B03B-AFF4443FE06C}"/>
    <pc:docChg chg="undo redo custSel addSld delSld modSld sldOrd modMainMaster addSection delSection modSection">
      <pc:chgData name="Schreiber, Dominik" userId="b4a011dc-1bbf-4696-be77-011b6923fe4d" providerId="ADAL" clId="{48BD7045-293C-6C4F-B03B-AFF4443FE06C}" dt="2025-07-07T09:10:53.250" v="10230" actId="20577"/>
      <pc:docMkLst>
        <pc:docMk/>
      </pc:docMkLst>
      <pc:sldChg chg="del">
        <pc:chgData name="Schreiber, Dominik" userId="b4a011dc-1bbf-4696-be77-011b6923fe4d" providerId="ADAL" clId="{48BD7045-293C-6C4F-B03B-AFF4443FE06C}" dt="2025-07-01T10:35:05.983" v="8348" actId="2696"/>
        <pc:sldMkLst>
          <pc:docMk/>
          <pc:sldMk cId="0" sldId="259"/>
        </pc:sldMkLst>
      </pc:sldChg>
      <pc:sldChg chg="del">
        <pc:chgData name="Schreiber, Dominik" userId="b4a011dc-1bbf-4696-be77-011b6923fe4d" providerId="ADAL" clId="{48BD7045-293C-6C4F-B03B-AFF4443FE06C}" dt="2025-07-01T10:35:06.257" v="8371" actId="2696"/>
        <pc:sldMkLst>
          <pc:docMk/>
          <pc:sldMk cId="0" sldId="263"/>
        </pc:sldMkLst>
      </pc:sldChg>
      <pc:sldChg chg="del">
        <pc:chgData name="Schreiber, Dominik" userId="b4a011dc-1bbf-4696-be77-011b6923fe4d" providerId="ADAL" clId="{48BD7045-293C-6C4F-B03B-AFF4443FE06C}" dt="2025-07-01T10:35:06.277" v="8376" actId="2696"/>
        <pc:sldMkLst>
          <pc:docMk/>
          <pc:sldMk cId="0" sldId="266"/>
        </pc:sldMkLst>
      </pc:sldChg>
      <pc:sldChg chg="del">
        <pc:chgData name="Schreiber, Dominik" userId="b4a011dc-1bbf-4696-be77-011b6923fe4d" providerId="ADAL" clId="{48BD7045-293C-6C4F-B03B-AFF4443FE06C}" dt="2025-07-01T10:35:06.258" v="8372" actId="2696"/>
        <pc:sldMkLst>
          <pc:docMk/>
          <pc:sldMk cId="0" sldId="267"/>
        </pc:sldMkLst>
      </pc:sldChg>
      <pc:sldChg chg="del">
        <pc:chgData name="Schreiber, Dominik" userId="b4a011dc-1bbf-4696-be77-011b6923fe4d" providerId="ADAL" clId="{48BD7045-293C-6C4F-B03B-AFF4443FE06C}" dt="2025-07-01T10:35:06.187" v="8361" actId="2696"/>
        <pc:sldMkLst>
          <pc:docMk/>
          <pc:sldMk cId="0" sldId="268"/>
        </pc:sldMkLst>
      </pc:sldChg>
      <pc:sldChg chg="del">
        <pc:chgData name="Schreiber, Dominik" userId="b4a011dc-1bbf-4696-be77-011b6923fe4d" providerId="ADAL" clId="{48BD7045-293C-6C4F-B03B-AFF4443FE06C}" dt="2025-07-01T10:35:06.061" v="8357" actId="2696"/>
        <pc:sldMkLst>
          <pc:docMk/>
          <pc:sldMk cId="0" sldId="269"/>
        </pc:sldMkLst>
      </pc:sldChg>
      <pc:sldChg chg="del">
        <pc:chgData name="Schreiber, Dominik" userId="b4a011dc-1bbf-4696-be77-011b6923fe4d" providerId="ADAL" clId="{48BD7045-293C-6C4F-B03B-AFF4443FE06C}" dt="2025-07-01T10:35:06.056" v="8352" actId="2696"/>
        <pc:sldMkLst>
          <pc:docMk/>
          <pc:sldMk cId="0" sldId="272"/>
        </pc:sldMkLst>
      </pc:sldChg>
      <pc:sldChg chg="del">
        <pc:chgData name="Schreiber, Dominik" userId="b4a011dc-1bbf-4696-be77-011b6923fe4d" providerId="ADAL" clId="{48BD7045-293C-6C4F-B03B-AFF4443FE06C}" dt="2025-07-01T10:35:05.982" v="8347" actId="2696"/>
        <pc:sldMkLst>
          <pc:docMk/>
          <pc:sldMk cId="0" sldId="273"/>
        </pc:sldMkLst>
      </pc:sldChg>
      <pc:sldChg chg="del">
        <pc:chgData name="Schreiber, Dominik" userId="b4a011dc-1bbf-4696-be77-011b6923fe4d" providerId="ADAL" clId="{48BD7045-293C-6C4F-B03B-AFF4443FE06C}" dt="2025-07-01T10:35:05.985" v="8349" actId="2696"/>
        <pc:sldMkLst>
          <pc:docMk/>
          <pc:sldMk cId="0" sldId="278"/>
        </pc:sldMkLst>
      </pc:sldChg>
      <pc:sldChg chg="del">
        <pc:chgData name="Schreiber, Dominik" userId="b4a011dc-1bbf-4696-be77-011b6923fe4d" providerId="ADAL" clId="{48BD7045-293C-6C4F-B03B-AFF4443FE06C}" dt="2025-07-01T10:35:06.059" v="8355" actId="2696"/>
        <pc:sldMkLst>
          <pc:docMk/>
          <pc:sldMk cId="4194219738" sldId="413"/>
        </pc:sldMkLst>
      </pc:sldChg>
      <pc:sldChg chg="del">
        <pc:chgData name="Schreiber, Dominik" userId="b4a011dc-1bbf-4696-be77-011b6923fe4d" providerId="ADAL" clId="{48BD7045-293C-6C4F-B03B-AFF4443FE06C}" dt="2025-07-01T10:35:06.278" v="8377" actId="2696"/>
        <pc:sldMkLst>
          <pc:docMk/>
          <pc:sldMk cId="2565961426" sldId="414"/>
        </pc:sldMkLst>
      </pc:sldChg>
      <pc:sldChg chg="del">
        <pc:chgData name="Schreiber, Dominik" userId="b4a011dc-1bbf-4696-be77-011b6923fe4d" providerId="ADAL" clId="{48BD7045-293C-6C4F-B03B-AFF4443FE06C}" dt="2025-07-01T10:35:06.256" v="8370" actId="2696"/>
        <pc:sldMkLst>
          <pc:docMk/>
          <pc:sldMk cId="2328075514" sldId="418"/>
        </pc:sldMkLst>
      </pc:sldChg>
      <pc:sldChg chg="del">
        <pc:chgData name="Schreiber, Dominik" userId="b4a011dc-1bbf-4696-be77-011b6923fe4d" providerId="ADAL" clId="{48BD7045-293C-6C4F-B03B-AFF4443FE06C}" dt="2025-07-01T10:35:06.274" v="8373" actId="2696"/>
        <pc:sldMkLst>
          <pc:docMk/>
          <pc:sldMk cId="0" sldId="422"/>
        </pc:sldMkLst>
      </pc:sldChg>
      <pc:sldChg chg="del">
        <pc:chgData name="Schreiber, Dominik" userId="b4a011dc-1bbf-4696-be77-011b6923fe4d" providerId="ADAL" clId="{48BD7045-293C-6C4F-B03B-AFF4443FE06C}" dt="2025-07-01T10:35:06.250" v="8363" actId="2696"/>
        <pc:sldMkLst>
          <pc:docMk/>
          <pc:sldMk cId="3338521683" sldId="423"/>
        </pc:sldMkLst>
      </pc:sldChg>
      <pc:sldChg chg="del">
        <pc:chgData name="Schreiber, Dominik" userId="b4a011dc-1bbf-4696-be77-011b6923fe4d" providerId="ADAL" clId="{48BD7045-293C-6C4F-B03B-AFF4443FE06C}" dt="2025-07-01T10:35:06.256" v="8369" actId="2696"/>
        <pc:sldMkLst>
          <pc:docMk/>
          <pc:sldMk cId="0" sldId="424"/>
        </pc:sldMkLst>
      </pc:sldChg>
      <pc:sldChg chg="del">
        <pc:chgData name="Schreiber, Dominik" userId="b4a011dc-1bbf-4696-be77-011b6923fe4d" providerId="ADAL" clId="{48BD7045-293C-6C4F-B03B-AFF4443FE06C}" dt="2025-07-01T10:35:06.360" v="8384" actId="2696"/>
        <pc:sldMkLst>
          <pc:docMk/>
          <pc:sldMk cId="3684211345" sldId="443"/>
        </pc:sldMkLst>
      </pc:sldChg>
      <pc:sldChg chg="del">
        <pc:chgData name="Schreiber, Dominik" userId="b4a011dc-1bbf-4696-be77-011b6923fe4d" providerId="ADAL" clId="{48BD7045-293C-6C4F-B03B-AFF4443FE06C}" dt="2025-06-03T06:07:20.104" v="59" actId="2696"/>
        <pc:sldMkLst>
          <pc:docMk/>
          <pc:sldMk cId="1970054848" sldId="449"/>
        </pc:sldMkLst>
      </pc:sldChg>
      <pc:sldChg chg="del">
        <pc:chgData name="Schreiber, Dominik" userId="b4a011dc-1bbf-4696-be77-011b6923fe4d" providerId="ADAL" clId="{48BD7045-293C-6C4F-B03B-AFF4443FE06C}" dt="2025-07-01T10:35:05.981" v="8346" actId="2696"/>
        <pc:sldMkLst>
          <pc:docMk/>
          <pc:sldMk cId="1416692520" sldId="451"/>
        </pc:sldMkLst>
      </pc:sldChg>
      <pc:sldChg chg="modSp mod modTransition modNotesTx">
        <pc:chgData name="Schreiber, Dominik" userId="b4a011dc-1bbf-4696-be77-011b6923fe4d" providerId="ADAL" clId="{48BD7045-293C-6C4F-B03B-AFF4443FE06C}" dt="2025-07-01T11:10:29.689" v="9146"/>
        <pc:sldMkLst>
          <pc:docMk/>
          <pc:sldMk cId="1539925076" sldId="452"/>
        </pc:sldMkLst>
        <pc:spChg chg="mod">
          <ac:chgData name="Schreiber, Dominik" userId="b4a011dc-1bbf-4696-be77-011b6923fe4d" providerId="ADAL" clId="{48BD7045-293C-6C4F-B03B-AFF4443FE06C}" dt="2025-06-25T08:16:12.280" v="3206" actId="20577"/>
          <ac:spMkLst>
            <pc:docMk/>
            <pc:sldMk cId="1539925076" sldId="452"/>
            <ac:spMk id="40" creationId="{83412C29-3C3A-461F-143C-5123AA11E623}"/>
          </ac:spMkLst>
        </pc:spChg>
      </pc:sldChg>
      <pc:sldChg chg="del">
        <pc:chgData name="Schreiber, Dominik" userId="b4a011dc-1bbf-4696-be77-011b6923fe4d" providerId="ADAL" clId="{48BD7045-293C-6C4F-B03B-AFF4443FE06C}" dt="2025-07-01T10:35:06.122" v="8359" actId="2696"/>
        <pc:sldMkLst>
          <pc:docMk/>
          <pc:sldMk cId="3943009774" sldId="453"/>
        </pc:sldMkLst>
      </pc:sldChg>
      <pc:sldChg chg="del">
        <pc:chgData name="Schreiber, Dominik" userId="b4a011dc-1bbf-4696-be77-011b6923fe4d" providerId="ADAL" clId="{48BD7045-293C-6C4F-B03B-AFF4443FE06C}" dt="2025-07-01T10:35:06.060" v="8356" actId="2696"/>
        <pc:sldMkLst>
          <pc:docMk/>
          <pc:sldMk cId="472806357" sldId="455"/>
        </pc:sldMkLst>
      </pc:sldChg>
      <pc:sldChg chg="del">
        <pc:chgData name="Schreiber, Dominik" userId="b4a011dc-1bbf-4696-be77-011b6923fe4d" providerId="ADAL" clId="{48BD7045-293C-6C4F-B03B-AFF4443FE06C}" dt="2025-07-01T10:35:06.349" v="8379" actId="2696"/>
        <pc:sldMkLst>
          <pc:docMk/>
          <pc:sldMk cId="3562914036" sldId="456"/>
        </pc:sldMkLst>
      </pc:sldChg>
      <pc:sldChg chg="del">
        <pc:chgData name="Schreiber, Dominik" userId="b4a011dc-1bbf-4696-be77-011b6923fe4d" providerId="ADAL" clId="{48BD7045-293C-6C4F-B03B-AFF4443FE06C}" dt="2025-07-01T10:35:06.349" v="8380" actId="2696"/>
        <pc:sldMkLst>
          <pc:docMk/>
          <pc:sldMk cId="2416750217" sldId="457"/>
        </pc:sldMkLst>
      </pc:sldChg>
      <pc:sldChg chg="del">
        <pc:chgData name="Schreiber, Dominik" userId="b4a011dc-1bbf-4696-be77-011b6923fe4d" providerId="ADAL" clId="{48BD7045-293C-6C4F-B03B-AFF4443FE06C}" dt="2025-07-01T10:35:06.254" v="8367" actId="2696"/>
        <pc:sldMkLst>
          <pc:docMk/>
          <pc:sldMk cId="873527291" sldId="458"/>
        </pc:sldMkLst>
      </pc:sldChg>
      <pc:sldChg chg="del">
        <pc:chgData name="Schreiber, Dominik" userId="b4a011dc-1bbf-4696-be77-011b6923fe4d" providerId="ADAL" clId="{48BD7045-293C-6C4F-B03B-AFF4443FE06C}" dt="2025-07-01T10:35:06.185" v="8360" actId="2696"/>
        <pc:sldMkLst>
          <pc:docMk/>
          <pc:sldMk cId="4030562794" sldId="459"/>
        </pc:sldMkLst>
      </pc:sldChg>
      <pc:sldChg chg="del">
        <pc:chgData name="Schreiber, Dominik" userId="b4a011dc-1bbf-4696-be77-011b6923fe4d" providerId="ADAL" clId="{48BD7045-293C-6C4F-B03B-AFF4443FE06C}" dt="2025-07-01T10:35:06.121" v="8358" actId="2696"/>
        <pc:sldMkLst>
          <pc:docMk/>
          <pc:sldMk cId="537178629" sldId="462"/>
        </pc:sldMkLst>
      </pc:sldChg>
      <pc:sldChg chg="del">
        <pc:chgData name="Schreiber, Dominik" userId="b4a011dc-1bbf-4696-be77-011b6923fe4d" providerId="ADAL" clId="{48BD7045-293C-6C4F-B03B-AFF4443FE06C}" dt="2025-07-01T10:35:06.501" v="8387" actId="2696"/>
        <pc:sldMkLst>
          <pc:docMk/>
          <pc:sldMk cId="2997370235" sldId="463"/>
        </pc:sldMkLst>
      </pc:sldChg>
      <pc:sldChg chg="del">
        <pc:chgData name="Schreiber, Dominik" userId="b4a011dc-1bbf-4696-be77-011b6923fe4d" providerId="ADAL" clId="{48BD7045-293C-6C4F-B03B-AFF4443FE06C}" dt="2025-07-01T10:35:06.055" v="8351" actId="2696"/>
        <pc:sldMkLst>
          <pc:docMk/>
          <pc:sldMk cId="2986881674" sldId="464"/>
        </pc:sldMkLst>
      </pc:sldChg>
      <pc:sldChg chg="del">
        <pc:chgData name="Schreiber, Dominik" userId="b4a011dc-1bbf-4696-be77-011b6923fe4d" providerId="ADAL" clId="{48BD7045-293C-6C4F-B03B-AFF4443FE06C}" dt="2025-07-01T10:35:06.347" v="8378" actId="2696"/>
        <pc:sldMkLst>
          <pc:docMk/>
          <pc:sldMk cId="570544413" sldId="465"/>
        </pc:sldMkLst>
      </pc:sldChg>
      <pc:sldChg chg="del">
        <pc:chgData name="Schreiber, Dominik" userId="b4a011dc-1bbf-4696-be77-011b6923fe4d" providerId="ADAL" clId="{48BD7045-293C-6C4F-B03B-AFF4443FE06C}" dt="2025-07-01T10:35:06.441" v="8386" actId="2696"/>
        <pc:sldMkLst>
          <pc:docMk/>
          <pc:sldMk cId="2272133044" sldId="466"/>
        </pc:sldMkLst>
      </pc:sldChg>
      <pc:sldChg chg="del">
        <pc:chgData name="Schreiber, Dominik" userId="b4a011dc-1bbf-4696-be77-011b6923fe4d" providerId="ADAL" clId="{48BD7045-293C-6C4F-B03B-AFF4443FE06C}" dt="2025-07-01T10:35:06.249" v="8362" actId="2696"/>
        <pc:sldMkLst>
          <pc:docMk/>
          <pc:sldMk cId="2672984009" sldId="468"/>
        </pc:sldMkLst>
      </pc:sldChg>
      <pc:sldChg chg="del">
        <pc:chgData name="Schreiber, Dominik" userId="b4a011dc-1bbf-4696-be77-011b6923fe4d" providerId="ADAL" clId="{48BD7045-293C-6C4F-B03B-AFF4443FE06C}" dt="2025-06-03T06:07:20.103" v="58" actId="2696"/>
        <pc:sldMkLst>
          <pc:docMk/>
          <pc:sldMk cId="3791782543" sldId="472"/>
        </pc:sldMkLst>
      </pc:sldChg>
      <pc:sldChg chg="del">
        <pc:chgData name="Schreiber, Dominik" userId="b4a011dc-1bbf-4696-be77-011b6923fe4d" providerId="ADAL" clId="{48BD7045-293C-6C4F-B03B-AFF4443FE06C}" dt="2025-06-03T06:07:20.101" v="57" actId="2696"/>
        <pc:sldMkLst>
          <pc:docMk/>
          <pc:sldMk cId="367318611" sldId="473"/>
        </pc:sldMkLst>
      </pc:sldChg>
      <pc:sldChg chg="addSp delSp modSp del mod">
        <pc:chgData name="Schreiber, Dominik" userId="b4a011dc-1bbf-4696-be77-011b6923fe4d" providerId="ADAL" clId="{48BD7045-293C-6C4F-B03B-AFF4443FE06C}" dt="2025-06-12T08:03:31.537" v="1705" actId="2696"/>
        <pc:sldMkLst>
          <pc:docMk/>
          <pc:sldMk cId="3973877631" sldId="474"/>
        </pc:sldMkLst>
      </pc:sldChg>
      <pc:sldChg chg="del">
        <pc:chgData name="Schreiber, Dominik" userId="b4a011dc-1bbf-4696-be77-011b6923fe4d" providerId="ADAL" clId="{48BD7045-293C-6C4F-B03B-AFF4443FE06C}" dt="2025-07-01T10:35:06.359" v="8383" actId="2696"/>
        <pc:sldMkLst>
          <pc:docMk/>
          <pc:sldMk cId="1579032118" sldId="476"/>
        </pc:sldMkLst>
      </pc:sldChg>
      <pc:sldChg chg="del">
        <pc:chgData name="Schreiber, Dominik" userId="b4a011dc-1bbf-4696-be77-011b6923fe4d" providerId="ADAL" clId="{48BD7045-293C-6C4F-B03B-AFF4443FE06C}" dt="2025-07-01T10:35:06.253" v="8366" actId="2696"/>
        <pc:sldMkLst>
          <pc:docMk/>
          <pc:sldMk cId="530198804" sldId="477"/>
        </pc:sldMkLst>
      </pc:sldChg>
      <pc:sldChg chg="del">
        <pc:chgData name="Schreiber, Dominik" userId="b4a011dc-1bbf-4696-be77-011b6923fe4d" providerId="ADAL" clId="{48BD7045-293C-6C4F-B03B-AFF4443FE06C}" dt="2025-07-01T10:35:06.276" v="8375" actId="2696"/>
        <pc:sldMkLst>
          <pc:docMk/>
          <pc:sldMk cId="3630421439" sldId="478"/>
        </pc:sldMkLst>
      </pc:sldChg>
      <pc:sldChg chg="del">
        <pc:chgData name="Schreiber, Dominik" userId="b4a011dc-1bbf-4696-be77-011b6923fe4d" providerId="ADAL" clId="{48BD7045-293C-6C4F-B03B-AFF4443FE06C}" dt="2025-06-03T06:09:54.179" v="185" actId="2696"/>
        <pc:sldMkLst>
          <pc:docMk/>
          <pc:sldMk cId="3896954505" sldId="480"/>
        </pc:sldMkLst>
      </pc:sldChg>
      <pc:sldChg chg="del">
        <pc:chgData name="Schreiber, Dominik" userId="b4a011dc-1bbf-4696-be77-011b6923fe4d" providerId="ADAL" clId="{48BD7045-293C-6C4F-B03B-AFF4443FE06C}" dt="2025-06-03T06:09:54.217" v="187" actId="2696"/>
        <pc:sldMkLst>
          <pc:docMk/>
          <pc:sldMk cId="2149895933" sldId="484"/>
        </pc:sldMkLst>
      </pc:sldChg>
      <pc:sldChg chg="del">
        <pc:chgData name="Schreiber, Dominik" userId="b4a011dc-1bbf-4696-be77-011b6923fe4d" providerId="ADAL" clId="{48BD7045-293C-6C4F-B03B-AFF4443FE06C}" dt="2025-06-03T06:09:54.228" v="188" actId="2696"/>
        <pc:sldMkLst>
          <pc:docMk/>
          <pc:sldMk cId="929369634" sldId="485"/>
        </pc:sldMkLst>
      </pc:sldChg>
      <pc:sldChg chg="del">
        <pc:chgData name="Schreiber, Dominik" userId="b4a011dc-1bbf-4696-be77-011b6923fe4d" providerId="ADAL" clId="{48BD7045-293C-6C4F-B03B-AFF4443FE06C}" dt="2025-06-03T06:09:54.301" v="192" actId="2696"/>
        <pc:sldMkLst>
          <pc:docMk/>
          <pc:sldMk cId="580203868" sldId="488"/>
        </pc:sldMkLst>
      </pc:sldChg>
      <pc:sldChg chg="del">
        <pc:chgData name="Schreiber, Dominik" userId="b4a011dc-1bbf-4696-be77-011b6923fe4d" providerId="ADAL" clId="{48BD7045-293C-6C4F-B03B-AFF4443FE06C}" dt="2025-06-03T06:09:54.314" v="193" actId="2696"/>
        <pc:sldMkLst>
          <pc:docMk/>
          <pc:sldMk cId="1445563968" sldId="489"/>
        </pc:sldMkLst>
      </pc:sldChg>
      <pc:sldChg chg="del">
        <pc:chgData name="Schreiber, Dominik" userId="b4a011dc-1bbf-4696-be77-011b6923fe4d" providerId="ADAL" clId="{48BD7045-293C-6C4F-B03B-AFF4443FE06C}" dt="2025-06-03T06:09:54.339" v="195" actId="2696"/>
        <pc:sldMkLst>
          <pc:docMk/>
          <pc:sldMk cId="2308472166" sldId="490"/>
        </pc:sldMkLst>
      </pc:sldChg>
      <pc:sldChg chg="del">
        <pc:chgData name="Schreiber, Dominik" userId="b4a011dc-1bbf-4696-be77-011b6923fe4d" providerId="ADAL" clId="{48BD7045-293C-6C4F-B03B-AFF4443FE06C}" dt="2025-06-03T06:09:54.359" v="197" actId="2696"/>
        <pc:sldMkLst>
          <pc:docMk/>
          <pc:sldMk cId="2842316654" sldId="491"/>
        </pc:sldMkLst>
      </pc:sldChg>
      <pc:sldChg chg="del">
        <pc:chgData name="Schreiber, Dominik" userId="b4a011dc-1bbf-4696-be77-011b6923fe4d" providerId="ADAL" clId="{48BD7045-293C-6C4F-B03B-AFF4443FE06C}" dt="2025-06-03T06:09:54.283" v="191" actId="2696"/>
        <pc:sldMkLst>
          <pc:docMk/>
          <pc:sldMk cId="672658546" sldId="492"/>
        </pc:sldMkLst>
      </pc:sldChg>
      <pc:sldChg chg="del">
        <pc:chgData name="Schreiber, Dominik" userId="b4a011dc-1bbf-4696-be77-011b6923fe4d" providerId="ADAL" clId="{48BD7045-293C-6C4F-B03B-AFF4443FE06C}" dt="2025-06-03T06:09:54.324" v="194" actId="2696"/>
        <pc:sldMkLst>
          <pc:docMk/>
          <pc:sldMk cId="2225986805" sldId="493"/>
        </pc:sldMkLst>
      </pc:sldChg>
      <pc:sldChg chg="del">
        <pc:chgData name="Schreiber, Dominik" userId="b4a011dc-1bbf-4696-be77-011b6923fe4d" providerId="ADAL" clId="{48BD7045-293C-6C4F-B03B-AFF4443FE06C}" dt="2025-06-03T06:09:54.348" v="196" actId="2696"/>
        <pc:sldMkLst>
          <pc:docMk/>
          <pc:sldMk cId="1244220011" sldId="494"/>
        </pc:sldMkLst>
      </pc:sldChg>
      <pc:sldChg chg="del">
        <pc:chgData name="Schreiber, Dominik" userId="b4a011dc-1bbf-4696-be77-011b6923fe4d" providerId="ADAL" clId="{48BD7045-293C-6C4F-B03B-AFF4443FE06C}" dt="2025-06-03T06:09:54.202" v="186" actId="2696"/>
        <pc:sldMkLst>
          <pc:docMk/>
          <pc:sldMk cId="2595769729" sldId="495"/>
        </pc:sldMkLst>
      </pc:sldChg>
      <pc:sldChg chg="del">
        <pc:chgData name="Schreiber, Dominik" userId="b4a011dc-1bbf-4696-be77-011b6923fe4d" providerId="ADAL" clId="{48BD7045-293C-6C4F-B03B-AFF4443FE06C}" dt="2025-06-03T06:09:54.244" v="189" actId="2696"/>
        <pc:sldMkLst>
          <pc:docMk/>
          <pc:sldMk cId="3997144330" sldId="496"/>
        </pc:sldMkLst>
      </pc:sldChg>
      <pc:sldChg chg="del">
        <pc:chgData name="Schreiber, Dominik" userId="b4a011dc-1bbf-4696-be77-011b6923fe4d" providerId="ADAL" clId="{48BD7045-293C-6C4F-B03B-AFF4443FE06C}" dt="2025-06-03T06:09:54.262" v="190" actId="2696"/>
        <pc:sldMkLst>
          <pc:docMk/>
          <pc:sldMk cId="1269122083" sldId="497"/>
        </pc:sldMkLst>
      </pc:sldChg>
      <pc:sldChg chg="del">
        <pc:chgData name="Schreiber, Dominik" userId="b4a011dc-1bbf-4696-be77-011b6923fe4d" providerId="ADAL" clId="{48BD7045-293C-6C4F-B03B-AFF4443FE06C}" dt="2025-07-01T10:35:06.371" v="8385" actId="2696"/>
        <pc:sldMkLst>
          <pc:docMk/>
          <pc:sldMk cId="967809602" sldId="498"/>
        </pc:sldMkLst>
      </pc:sldChg>
      <pc:sldChg chg="del">
        <pc:chgData name="Schreiber, Dominik" userId="b4a011dc-1bbf-4696-be77-011b6923fe4d" providerId="ADAL" clId="{48BD7045-293C-6C4F-B03B-AFF4443FE06C}" dt="2025-07-01T10:35:06.350" v="8381" actId="2696"/>
        <pc:sldMkLst>
          <pc:docMk/>
          <pc:sldMk cId="80890469" sldId="499"/>
        </pc:sldMkLst>
      </pc:sldChg>
      <pc:sldChg chg="del">
        <pc:chgData name="Schreiber, Dominik" userId="b4a011dc-1bbf-4696-be77-011b6923fe4d" providerId="ADAL" clId="{48BD7045-293C-6C4F-B03B-AFF4443FE06C}" dt="2025-07-01T10:35:06.251" v="8364" actId="2696"/>
        <pc:sldMkLst>
          <pc:docMk/>
          <pc:sldMk cId="976373706" sldId="501"/>
        </pc:sldMkLst>
      </pc:sldChg>
      <pc:sldChg chg="del">
        <pc:chgData name="Schreiber, Dominik" userId="b4a011dc-1bbf-4696-be77-011b6923fe4d" providerId="ADAL" clId="{48BD7045-293C-6C4F-B03B-AFF4443FE06C}" dt="2025-07-01T10:35:06.057" v="8353" actId="2696"/>
        <pc:sldMkLst>
          <pc:docMk/>
          <pc:sldMk cId="657840289" sldId="502"/>
        </pc:sldMkLst>
      </pc:sldChg>
      <pc:sldChg chg="del">
        <pc:chgData name="Schreiber, Dominik" userId="b4a011dc-1bbf-4696-be77-011b6923fe4d" providerId="ADAL" clId="{48BD7045-293C-6C4F-B03B-AFF4443FE06C}" dt="2025-07-01T10:35:06.351" v="8382" actId="2696"/>
        <pc:sldMkLst>
          <pc:docMk/>
          <pc:sldMk cId="3752523785" sldId="503"/>
        </pc:sldMkLst>
      </pc:sldChg>
      <pc:sldChg chg="del">
        <pc:chgData name="Schreiber, Dominik" userId="b4a011dc-1bbf-4696-be77-011b6923fe4d" providerId="ADAL" clId="{48BD7045-293C-6C4F-B03B-AFF4443FE06C}" dt="2025-07-01T10:35:06.275" v="8374" actId="2696"/>
        <pc:sldMkLst>
          <pc:docMk/>
          <pc:sldMk cId="2002195707" sldId="504"/>
        </pc:sldMkLst>
      </pc:sldChg>
      <pc:sldChg chg="del">
        <pc:chgData name="Schreiber, Dominik" userId="b4a011dc-1bbf-4696-be77-011b6923fe4d" providerId="ADAL" clId="{48BD7045-293C-6C4F-B03B-AFF4443FE06C}" dt="2025-07-01T10:35:05.986" v="8350" actId="2696"/>
        <pc:sldMkLst>
          <pc:docMk/>
          <pc:sldMk cId="1279898626" sldId="505"/>
        </pc:sldMkLst>
      </pc:sldChg>
      <pc:sldChg chg="del">
        <pc:chgData name="Schreiber, Dominik" userId="b4a011dc-1bbf-4696-be77-011b6923fe4d" providerId="ADAL" clId="{48BD7045-293C-6C4F-B03B-AFF4443FE06C}" dt="2025-07-01T10:35:06.252" v="8365" actId="2696"/>
        <pc:sldMkLst>
          <pc:docMk/>
          <pc:sldMk cId="3271967029" sldId="506"/>
        </pc:sldMkLst>
      </pc:sldChg>
      <pc:sldChg chg="del">
        <pc:chgData name="Schreiber, Dominik" userId="b4a011dc-1bbf-4696-be77-011b6923fe4d" providerId="ADAL" clId="{48BD7045-293C-6C4F-B03B-AFF4443FE06C}" dt="2025-07-01T10:35:06.255" v="8368" actId="2696"/>
        <pc:sldMkLst>
          <pc:docMk/>
          <pc:sldMk cId="332759329" sldId="507"/>
        </pc:sldMkLst>
      </pc:sldChg>
      <pc:sldChg chg="del">
        <pc:chgData name="Schreiber, Dominik" userId="b4a011dc-1bbf-4696-be77-011b6923fe4d" providerId="ADAL" clId="{48BD7045-293C-6C4F-B03B-AFF4443FE06C}" dt="2025-07-01T10:35:06.058" v="8354" actId="2696"/>
        <pc:sldMkLst>
          <pc:docMk/>
          <pc:sldMk cId="2917437872" sldId="508"/>
        </pc:sldMkLst>
      </pc:sldChg>
      <pc:sldChg chg="new del">
        <pc:chgData name="Schreiber, Dominik" userId="b4a011dc-1bbf-4696-be77-011b6923fe4d" providerId="ADAL" clId="{48BD7045-293C-6C4F-B03B-AFF4443FE06C}" dt="2025-06-03T06:19:52.836" v="470" actId="2696"/>
        <pc:sldMkLst>
          <pc:docMk/>
          <pc:sldMk cId="3111735995" sldId="509"/>
        </pc:sldMkLst>
      </pc:sldChg>
      <pc:sldChg chg="addSp modSp add mod modTransition modNotesTx">
        <pc:chgData name="Schreiber, Dominik" userId="b4a011dc-1bbf-4696-be77-011b6923fe4d" providerId="ADAL" clId="{48BD7045-293C-6C4F-B03B-AFF4443FE06C}" dt="2025-07-01T11:10:29.689" v="9146"/>
        <pc:sldMkLst>
          <pc:docMk/>
          <pc:sldMk cId="4209447120" sldId="509"/>
        </pc:sldMkLst>
      </pc:sldChg>
      <pc:sldChg chg="modSp add mod modTransition modNotesTx">
        <pc:chgData name="Schreiber, Dominik" userId="b4a011dc-1bbf-4696-be77-011b6923fe4d" providerId="ADAL" clId="{48BD7045-293C-6C4F-B03B-AFF4443FE06C}" dt="2025-07-01T11:10:29.689" v="9146"/>
        <pc:sldMkLst>
          <pc:docMk/>
          <pc:sldMk cId="3818138314" sldId="510"/>
        </pc:sldMkLst>
      </pc:sldChg>
      <pc:sldChg chg="modSp add mod modTransition modNotesTx">
        <pc:chgData name="Schreiber, Dominik" userId="b4a011dc-1bbf-4696-be77-011b6923fe4d" providerId="ADAL" clId="{48BD7045-293C-6C4F-B03B-AFF4443FE06C}" dt="2025-07-01T11:10:29.689" v="9146"/>
        <pc:sldMkLst>
          <pc:docMk/>
          <pc:sldMk cId="1070389050" sldId="511"/>
        </pc:sldMkLst>
      </pc:sldChg>
      <pc:sldChg chg="modSp add mod modTransition modNotesTx">
        <pc:chgData name="Schreiber, Dominik" userId="b4a011dc-1bbf-4696-be77-011b6923fe4d" providerId="ADAL" clId="{48BD7045-293C-6C4F-B03B-AFF4443FE06C}" dt="2025-07-01T11:10:29.689" v="9146"/>
        <pc:sldMkLst>
          <pc:docMk/>
          <pc:sldMk cId="1830918967" sldId="512"/>
        </pc:sldMkLst>
        <pc:spChg chg="mod">
          <ac:chgData name="Schreiber, Dominik" userId="b4a011dc-1bbf-4696-be77-011b6923fe4d" providerId="ADAL" clId="{48BD7045-293C-6C4F-B03B-AFF4443FE06C}" dt="2025-06-25T08:16:17.152" v="3210" actId="20577"/>
          <ac:spMkLst>
            <pc:docMk/>
            <pc:sldMk cId="1830918967" sldId="512"/>
            <ac:spMk id="3" creationId="{520B521B-FE51-6A1C-E9B4-102F1A94D5D1}"/>
          </ac:spMkLst>
        </pc:spChg>
        <pc:spChg chg="mod">
          <ac:chgData name="Schreiber, Dominik" userId="b4a011dc-1bbf-4696-be77-011b6923fe4d" providerId="ADAL" clId="{48BD7045-293C-6C4F-B03B-AFF4443FE06C}" dt="2025-06-25T08:16:21.911" v="3225" actId="20577"/>
          <ac:spMkLst>
            <pc:docMk/>
            <pc:sldMk cId="1830918967" sldId="512"/>
            <ac:spMk id="4" creationId="{219443D2-9756-E8C6-39A9-053EBC3BAD74}"/>
          </ac:spMkLst>
        </pc:spChg>
      </pc:sldChg>
      <pc:sldChg chg="new del">
        <pc:chgData name="Schreiber, Dominik" userId="b4a011dc-1bbf-4696-be77-011b6923fe4d" providerId="ADAL" clId="{48BD7045-293C-6C4F-B03B-AFF4443FE06C}" dt="2025-06-03T06:24:49.667" v="594" actId="680"/>
        <pc:sldMkLst>
          <pc:docMk/>
          <pc:sldMk cId="4086753651" sldId="513"/>
        </pc:sldMkLst>
      </pc:sldChg>
      <pc:sldChg chg="delSp new del mod">
        <pc:chgData name="Schreiber, Dominik" userId="b4a011dc-1bbf-4696-be77-011b6923fe4d" providerId="ADAL" clId="{48BD7045-293C-6C4F-B03B-AFF4443FE06C}" dt="2025-06-03T06:27:41.313" v="599" actId="2696"/>
        <pc:sldMkLst>
          <pc:docMk/>
          <pc:sldMk cId="4107803261" sldId="513"/>
        </pc:sldMkLst>
      </pc:sldChg>
      <pc:sldChg chg="addSp delSp modSp add mod modTransition setBg modNotesTx">
        <pc:chgData name="Schreiber, Dominik" userId="b4a011dc-1bbf-4696-be77-011b6923fe4d" providerId="ADAL" clId="{48BD7045-293C-6C4F-B03B-AFF4443FE06C}" dt="2025-07-01T11:10:29.689" v="9146"/>
        <pc:sldMkLst>
          <pc:docMk/>
          <pc:sldMk cId="2135446312" sldId="514"/>
        </pc:sldMkLst>
        <pc:spChg chg="add mod">
          <ac:chgData name="Schreiber, Dominik" userId="b4a011dc-1bbf-4696-be77-011b6923fe4d" providerId="ADAL" clId="{48BD7045-293C-6C4F-B03B-AFF4443FE06C}" dt="2025-07-01T10:33:24.629" v="8342" actId="692"/>
          <ac:spMkLst>
            <pc:docMk/>
            <pc:sldMk cId="2135446312" sldId="514"/>
            <ac:spMk id="12" creationId="{D8276DFA-E39D-03B3-6B8E-7C30582B0BDB}"/>
          </ac:spMkLst>
        </pc:spChg>
      </pc:sldChg>
      <pc:sldChg chg="addSp delSp modSp add mod modTransition modNotesTx">
        <pc:chgData name="Schreiber, Dominik" userId="b4a011dc-1bbf-4696-be77-011b6923fe4d" providerId="ADAL" clId="{48BD7045-293C-6C4F-B03B-AFF4443FE06C}" dt="2025-07-01T11:10:29.689" v="9146"/>
        <pc:sldMkLst>
          <pc:docMk/>
          <pc:sldMk cId="1267223644" sldId="515"/>
        </pc:sldMkLst>
        <pc:spChg chg="mod">
          <ac:chgData name="Schreiber, Dominik" userId="b4a011dc-1bbf-4696-be77-011b6923fe4d" providerId="ADAL" clId="{48BD7045-293C-6C4F-B03B-AFF4443FE06C}" dt="2025-07-01T10:33:31.082" v="8343" actId="692"/>
          <ac:spMkLst>
            <pc:docMk/>
            <pc:sldMk cId="1267223644" sldId="515"/>
            <ac:spMk id="12" creationId="{D6885418-359C-2100-9CAD-A5B436DAC890}"/>
          </ac:spMkLst>
        </pc:spChg>
      </pc:sldChg>
      <pc:sldChg chg="addSp delSp modSp add del mod">
        <pc:chgData name="Schreiber, Dominik" userId="b4a011dc-1bbf-4696-be77-011b6923fe4d" providerId="ADAL" clId="{48BD7045-293C-6C4F-B03B-AFF4443FE06C}" dt="2025-06-03T10:07:12.847" v="1049" actId="2696"/>
        <pc:sldMkLst>
          <pc:docMk/>
          <pc:sldMk cId="3827546746" sldId="516"/>
        </pc:sldMkLst>
      </pc:sldChg>
      <pc:sldChg chg="addSp delSp modSp add mod modTransition modNotesTx">
        <pc:chgData name="Schreiber, Dominik" userId="b4a011dc-1bbf-4696-be77-011b6923fe4d" providerId="ADAL" clId="{48BD7045-293C-6C4F-B03B-AFF4443FE06C}" dt="2025-07-03T08:02:43.208" v="9788" actId="478"/>
        <pc:sldMkLst>
          <pc:docMk/>
          <pc:sldMk cId="1196697144" sldId="517"/>
        </pc:sldMkLst>
        <pc:spChg chg="add mod">
          <ac:chgData name="Schreiber, Dominik" userId="b4a011dc-1bbf-4696-be77-011b6923fe4d" providerId="ADAL" clId="{48BD7045-293C-6C4F-B03B-AFF4443FE06C}" dt="2025-07-03T08:01:42.463" v="9729" actId="1076"/>
          <ac:spMkLst>
            <pc:docMk/>
            <pc:sldMk cId="1196697144" sldId="517"/>
            <ac:spMk id="2" creationId="{5AEDA673-4F59-F79A-448A-90D38E6DE730}"/>
          </ac:spMkLst>
        </pc:spChg>
        <pc:spChg chg="add mod">
          <ac:chgData name="Schreiber, Dominik" userId="b4a011dc-1bbf-4696-be77-011b6923fe4d" providerId="ADAL" clId="{48BD7045-293C-6C4F-B03B-AFF4443FE06C}" dt="2025-07-03T08:02:01.616" v="9737" actId="20577"/>
          <ac:spMkLst>
            <pc:docMk/>
            <pc:sldMk cId="1196697144" sldId="517"/>
            <ac:spMk id="8" creationId="{0DF5025E-52F9-CFE6-6A6C-B5A154E3F3A4}"/>
          </ac:spMkLst>
        </pc:spChg>
        <pc:spChg chg="add mod">
          <ac:chgData name="Schreiber, Dominik" userId="b4a011dc-1bbf-4696-be77-011b6923fe4d" providerId="ADAL" clId="{48BD7045-293C-6C4F-B03B-AFF4443FE06C}" dt="2025-07-03T08:02:19.420" v="9758" actId="20577"/>
          <ac:spMkLst>
            <pc:docMk/>
            <pc:sldMk cId="1196697144" sldId="517"/>
            <ac:spMk id="9" creationId="{2F753ABC-539A-B249-0429-FA8312F3B625}"/>
          </ac:spMkLst>
        </pc:spChg>
        <pc:spChg chg="add mod">
          <ac:chgData name="Schreiber, Dominik" userId="b4a011dc-1bbf-4696-be77-011b6923fe4d" providerId="ADAL" clId="{48BD7045-293C-6C4F-B03B-AFF4443FE06C}" dt="2025-07-03T08:02:38.078" v="9787" actId="20577"/>
          <ac:spMkLst>
            <pc:docMk/>
            <pc:sldMk cId="1196697144" sldId="517"/>
            <ac:spMk id="11" creationId="{FB973624-084F-A86E-25FD-5661537797B7}"/>
          </ac:spMkLst>
        </pc:spChg>
        <pc:spChg chg="mod">
          <ac:chgData name="Schreiber, Dominik" userId="b4a011dc-1bbf-4696-be77-011b6923fe4d" providerId="ADAL" clId="{48BD7045-293C-6C4F-B03B-AFF4443FE06C}" dt="2025-07-01T10:33:36.397" v="8344" actId="692"/>
          <ac:spMkLst>
            <pc:docMk/>
            <pc:sldMk cId="1196697144" sldId="517"/>
            <ac:spMk id="12" creationId="{8008494C-9897-2E4E-A85B-13B683F971D0}"/>
          </ac:spMkLst>
        </pc:spChg>
      </pc:sldChg>
      <pc:sldChg chg="addSp modSp add del mod modTransition modNotesTx">
        <pc:chgData name="Schreiber, Dominik" userId="b4a011dc-1bbf-4696-be77-011b6923fe4d" providerId="ADAL" clId="{48BD7045-293C-6C4F-B03B-AFF4443FE06C}" dt="2025-07-03T08:04:43.104" v="9826" actId="2696"/>
        <pc:sldMkLst>
          <pc:docMk/>
          <pc:sldMk cId="1508077441" sldId="518"/>
        </pc:sldMkLst>
      </pc:sldChg>
      <pc:sldChg chg="addSp delSp modSp add mod modTransition setBg modNotes modNotesTx">
        <pc:chgData name="Schreiber, Dominik" userId="b4a011dc-1bbf-4696-be77-011b6923fe4d" providerId="ADAL" clId="{48BD7045-293C-6C4F-B03B-AFF4443FE06C}" dt="2025-07-07T08:07:32.342" v="9907" actId="27636"/>
        <pc:sldMkLst>
          <pc:docMk/>
          <pc:sldMk cId="1323130137" sldId="519"/>
        </pc:sldMkLst>
        <pc:spChg chg="mod">
          <ac:chgData name="Schreiber, Dominik" userId="b4a011dc-1bbf-4696-be77-011b6923fe4d" providerId="ADAL" clId="{48BD7045-293C-6C4F-B03B-AFF4443FE06C}" dt="2025-06-12T07:59:30.612" v="1456" actId="207"/>
          <ac:spMkLst>
            <pc:docMk/>
            <pc:sldMk cId="1323130137" sldId="519"/>
            <ac:spMk id="13" creationId="{50F6B72D-CD68-C352-DA25-AFE8D108D2E6}"/>
          </ac:spMkLst>
        </pc:spChg>
        <pc:spChg chg="mod">
          <ac:chgData name="Schreiber, Dominik" userId="b4a011dc-1bbf-4696-be77-011b6923fe4d" providerId="ADAL" clId="{48BD7045-293C-6C4F-B03B-AFF4443FE06C}" dt="2025-06-12T07:59:47.909" v="1497" actId="207"/>
          <ac:spMkLst>
            <pc:docMk/>
            <pc:sldMk cId="1323130137" sldId="519"/>
            <ac:spMk id="15" creationId="{8354E035-CF67-0F70-A446-9F880351DCAB}"/>
          </ac:spMkLst>
        </pc:spChg>
        <pc:spChg chg="mod">
          <ac:chgData name="Schreiber, Dominik" userId="b4a011dc-1bbf-4696-be77-011b6923fe4d" providerId="ADAL" clId="{48BD7045-293C-6C4F-B03B-AFF4443FE06C}" dt="2025-06-12T08:02:38.743" v="1555" actId="20577"/>
          <ac:spMkLst>
            <pc:docMk/>
            <pc:sldMk cId="1323130137" sldId="519"/>
            <ac:spMk id="16" creationId="{48CFC8BC-DAF1-9CF1-D705-52EEDED1587C}"/>
          </ac:spMkLst>
        </pc:spChg>
        <pc:spChg chg="mod">
          <ac:chgData name="Schreiber, Dominik" userId="b4a011dc-1bbf-4696-be77-011b6923fe4d" providerId="ADAL" clId="{48BD7045-293C-6C4F-B03B-AFF4443FE06C}" dt="2025-06-12T08:03:14.008" v="1680" actId="20577"/>
          <ac:spMkLst>
            <pc:docMk/>
            <pc:sldMk cId="1323130137" sldId="519"/>
            <ac:spMk id="17" creationId="{1DAEC982-4C4C-60B7-9F77-2D2AD1E1035D}"/>
          </ac:spMkLst>
        </pc:spChg>
        <pc:spChg chg="mod">
          <ac:chgData name="Schreiber, Dominik" userId="b4a011dc-1bbf-4696-be77-011b6923fe4d" providerId="ADAL" clId="{48BD7045-293C-6C4F-B03B-AFF4443FE06C}" dt="2025-06-12T08:02:34.366" v="1541" actId="20577"/>
          <ac:spMkLst>
            <pc:docMk/>
            <pc:sldMk cId="1323130137" sldId="519"/>
            <ac:spMk id="18" creationId="{B3E8C428-9BAE-02FE-1E6F-C63E32476AF4}"/>
          </ac:spMkLst>
        </pc:spChg>
        <pc:spChg chg="mod">
          <ac:chgData name="Schreiber, Dominik" userId="b4a011dc-1bbf-4696-be77-011b6923fe4d" providerId="ADAL" clId="{48BD7045-293C-6C4F-B03B-AFF4443FE06C}" dt="2025-06-12T08:03:02.083" v="1658" actId="20577"/>
          <ac:spMkLst>
            <pc:docMk/>
            <pc:sldMk cId="1323130137" sldId="519"/>
            <ac:spMk id="19" creationId="{062D71AE-C77D-4393-4C3C-A912ED9E2ED7}"/>
          </ac:spMkLst>
        </pc:spChg>
        <pc:spChg chg="mod">
          <ac:chgData name="Schreiber, Dominik" userId="b4a011dc-1bbf-4696-be77-011b6923fe4d" providerId="ADAL" clId="{48BD7045-293C-6C4F-B03B-AFF4443FE06C}" dt="2025-06-12T08:02:42.068" v="1565" actId="20577"/>
          <ac:spMkLst>
            <pc:docMk/>
            <pc:sldMk cId="1323130137" sldId="519"/>
            <ac:spMk id="20" creationId="{5CC3D8F8-6242-EF4A-D639-33A0633A9182}"/>
          </ac:spMkLst>
        </pc:spChg>
        <pc:spChg chg="mod">
          <ac:chgData name="Schreiber, Dominik" userId="b4a011dc-1bbf-4696-be77-011b6923fe4d" providerId="ADAL" clId="{48BD7045-293C-6C4F-B03B-AFF4443FE06C}" dt="2025-06-12T08:03:22.142" v="1704" actId="20577"/>
          <ac:spMkLst>
            <pc:docMk/>
            <pc:sldMk cId="1323130137" sldId="519"/>
            <ac:spMk id="21" creationId="{F9459C7E-4B63-F06D-DA49-E8DFF72B7391}"/>
          </ac:spMkLst>
        </pc:spChg>
        <pc:spChg chg="mod">
          <ac:chgData name="Schreiber, Dominik" userId="b4a011dc-1bbf-4696-be77-011b6923fe4d" providerId="ADAL" clId="{48BD7045-293C-6C4F-B03B-AFF4443FE06C}" dt="2025-06-12T08:02:46.030" v="1582" actId="20577"/>
          <ac:spMkLst>
            <pc:docMk/>
            <pc:sldMk cId="1323130137" sldId="519"/>
            <ac:spMk id="22" creationId="{C13C4C62-ED3F-5C4B-D503-FF99E5C4E04D}"/>
          </ac:spMkLst>
        </pc:spChg>
        <pc:spChg chg="mod">
          <ac:chgData name="Schreiber, Dominik" userId="b4a011dc-1bbf-4696-be77-011b6923fe4d" providerId="ADAL" clId="{48BD7045-293C-6C4F-B03B-AFF4443FE06C}" dt="2025-06-12T08:02:53.410" v="1618" actId="20577"/>
          <ac:spMkLst>
            <pc:docMk/>
            <pc:sldMk cId="1323130137" sldId="519"/>
            <ac:spMk id="23" creationId="{BF8B9410-442B-ACF5-FB4D-27D772B038E7}"/>
          </ac:spMkLst>
        </pc:spChg>
      </pc:sldChg>
      <pc:sldChg chg="addSp modSp new mod modTransition modAnim">
        <pc:chgData name="Schreiber, Dominik" userId="b4a011dc-1bbf-4696-be77-011b6923fe4d" providerId="ADAL" clId="{48BD7045-293C-6C4F-B03B-AFF4443FE06C}" dt="2025-07-04T07:55:28.691" v="9905" actId="20577"/>
        <pc:sldMkLst>
          <pc:docMk/>
          <pc:sldMk cId="2949841014" sldId="520"/>
        </pc:sldMkLst>
        <pc:spChg chg="mod">
          <ac:chgData name="Schreiber, Dominik" userId="b4a011dc-1bbf-4696-be77-011b6923fe4d" providerId="ADAL" clId="{48BD7045-293C-6C4F-B03B-AFF4443FE06C}" dt="2025-07-03T07:04:41.273" v="9648" actId="14100"/>
          <ac:spMkLst>
            <pc:docMk/>
            <pc:sldMk cId="2949841014" sldId="520"/>
            <ac:spMk id="2" creationId="{B0493800-CF6B-C3FA-7325-641E278AF6F8}"/>
          </ac:spMkLst>
        </pc:spChg>
        <pc:spChg chg="mod">
          <ac:chgData name="Schreiber, Dominik" userId="b4a011dc-1bbf-4696-be77-011b6923fe4d" providerId="ADAL" clId="{48BD7045-293C-6C4F-B03B-AFF4443FE06C}" dt="2025-06-30T13:33:36.101" v="3658" actId="207"/>
          <ac:spMkLst>
            <pc:docMk/>
            <pc:sldMk cId="2949841014" sldId="520"/>
            <ac:spMk id="3" creationId="{CEA7A413-1C39-D710-83D5-DA7E1FCC0181}"/>
          </ac:spMkLst>
        </pc:spChg>
        <pc:spChg chg="add mod">
          <ac:chgData name="Schreiber, Dominik" userId="b4a011dc-1bbf-4696-be77-011b6923fe4d" providerId="ADAL" clId="{48BD7045-293C-6C4F-B03B-AFF4443FE06C}" dt="2025-07-04T07:55:28.691" v="9905" actId="20577"/>
          <ac:spMkLst>
            <pc:docMk/>
            <pc:sldMk cId="2949841014" sldId="520"/>
            <ac:spMk id="4" creationId="{126F97ED-EB87-41DD-99FA-E3CFD3DD5471}"/>
          </ac:spMkLst>
        </pc:spChg>
      </pc:sldChg>
      <pc:sldChg chg="addSp delSp modSp add mod modTransition addAnim delAnim modAnim">
        <pc:chgData name="Schreiber, Dominik" userId="b4a011dc-1bbf-4696-be77-011b6923fe4d" providerId="ADAL" clId="{48BD7045-293C-6C4F-B03B-AFF4443FE06C}" dt="2025-07-07T08:17:58.883" v="9914" actId="20577"/>
        <pc:sldMkLst>
          <pc:docMk/>
          <pc:sldMk cId="3080395555" sldId="521"/>
        </pc:sldMkLst>
        <pc:spChg chg="mod">
          <ac:chgData name="Schreiber, Dominik" userId="b4a011dc-1bbf-4696-be77-011b6923fe4d" providerId="ADAL" clId="{48BD7045-293C-6C4F-B03B-AFF4443FE06C}" dt="2025-07-03T07:02:32.554" v="9635" actId="14100"/>
          <ac:spMkLst>
            <pc:docMk/>
            <pc:sldMk cId="3080395555" sldId="521"/>
            <ac:spMk id="2" creationId="{73DF1B1A-D9D7-1357-4ED8-BFAB5742AF75}"/>
          </ac:spMkLst>
        </pc:spChg>
        <pc:spChg chg="mod">
          <ac:chgData name="Schreiber, Dominik" userId="b4a011dc-1bbf-4696-be77-011b6923fe4d" providerId="ADAL" clId="{48BD7045-293C-6C4F-B03B-AFF4443FE06C}" dt="2025-07-01T08:08:22.103" v="4326" actId="2711"/>
          <ac:spMkLst>
            <pc:docMk/>
            <pc:sldMk cId="3080395555" sldId="521"/>
            <ac:spMk id="3" creationId="{8ACFED53-920C-D3F8-B888-0068E7C82604}"/>
          </ac:spMkLst>
        </pc:spChg>
        <pc:spChg chg="add del mod">
          <ac:chgData name="Schreiber, Dominik" userId="b4a011dc-1bbf-4696-be77-011b6923fe4d" providerId="ADAL" clId="{48BD7045-293C-6C4F-B03B-AFF4443FE06C}" dt="2025-07-07T08:17:58.883" v="9914" actId="20577"/>
          <ac:spMkLst>
            <pc:docMk/>
            <pc:sldMk cId="3080395555" sldId="521"/>
            <ac:spMk id="4" creationId="{DF21A6AA-E589-84D0-C473-12F838F9F660}"/>
          </ac:spMkLst>
        </pc:spChg>
      </pc:sldChg>
      <pc:sldChg chg="addSp delSp modSp new mod modTransition setBg delAnim modAnim">
        <pc:chgData name="Schreiber, Dominik" userId="b4a011dc-1bbf-4696-be77-011b6923fe4d" providerId="ADAL" clId="{48BD7045-293C-6C4F-B03B-AFF4443FE06C}" dt="2025-07-04T07:53:54.360" v="9853" actId="14861"/>
        <pc:sldMkLst>
          <pc:docMk/>
          <pc:sldMk cId="2220487224" sldId="522"/>
        </pc:sldMkLst>
        <pc:spChg chg="mod">
          <ac:chgData name="Schreiber, Dominik" userId="b4a011dc-1bbf-4696-be77-011b6923fe4d" providerId="ADAL" clId="{48BD7045-293C-6C4F-B03B-AFF4443FE06C}" dt="2025-07-01T08:18:53.768" v="5420" actId="207"/>
          <ac:spMkLst>
            <pc:docMk/>
            <pc:sldMk cId="2220487224" sldId="522"/>
            <ac:spMk id="3" creationId="{64988552-C78F-CFFF-ABCD-8AD0732A9D46}"/>
          </ac:spMkLst>
        </pc:spChg>
        <pc:spChg chg="add mod">
          <ac:chgData name="Schreiber, Dominik" userId="b4a011dc-1bbf-4696-be77-011b6923fe4d" providerId="ADAL" clId="{48BD7045-293C-6C4F-B03B-AFF4443FE06C}" dt="2025-07-04T07:53:54.360" v="9853" actId="14861"/>
          <ac:spMkLst>
            <pc:docMk/>
            <pc:sldMk cId="2220487224" sldId="522"/>
            <ac:spMk id="4" creationId="{A39B6F94-1A8A-2AE2-6142-F2C1CFC6D6DC}"/>
          </ac:spMkLst>
        </pc:spChg>
        <pc:picChg chg="add mod">
          <ac:chgData name="Schreiber, Dominik" userId="b4a011dc-1bbf-4696-be77-011b6923fe4d" providerId="ADAL" clId="{48BD7045-293C-6C4F-B03B-AFF4443FE06C}" dt="2025-07-03T06:29:37.628" v="9479" actId="1076"/>
          <ac:picMkLst>
            <pc:docMk/>
            <pc:sldMk cId="2220487224" sldId="522"/>
            <ac:picMk id="2" creationId="{8F442C96-96A3-0514-4CB1-A6293C968986}"/>
          </ac:picMkLst>
        </pc:picChg>
      </pc:sldChg>
      <pc:sldChg chg="addSp delSp modSp new del mod modTransition modShow">
        <pc:chgData name="Schreiber, Dominik" userId="b4a011dc-1bbf-4696-be77-011b6923fe4d" providerId="ADAL" clId="{48BD7045-293C-6C4F-B03B-AFF4443FE06C}" dt="2025-07-07T08:58:46.289" v="9967" actId="2696"/>
        <pc:sldMkLst>
          <pc:docMk/>
          <pc:sldMk cId="3017155746" sldId="523"/>
        </pc:sldMkLst>
        <pc:spChg chg="add del mod">
          <ac:chgData name="Schreiber, Dominik" userId="b4a011dc-1bbf-4696-be77-011b6923fe4d" providerId="ADAL" clId="{48BD7045-293C-6C4F-B03B-AFF4443FE06C}" dt="2025-07-07T08:56:50.155" v="9918" actId="478"/>
          <ac:spMkLst>
            <pc:docMk/>
            <pc:sldMk cId="3017155746" sldId="523"/>
            <ac:spMk id="3" creationId="{0F52AD30-6DED-27BE-DF8E-8922EA12A321}"/>
          </ac:spMkLst>
        </pc:spChg>
        <pc:spChg chg="add del mod">
          <ac:chgData name="Schreiber, Dominik" userId="b4a011dc-1bbf-4696-be77-011b6923fe4d" providerId="ADAL" clId="{48BD7045-293C-6C4F-B03B-AFF4443FE06C}" dt="2025-07-07T08:56:48.173" v="9917" actId="478"/>
          <ac:spMkLst>
            <pc:docMk/>
            <pc:sldMk cId="3017155746" sldId="523"/>
            <ac:spMk id="12" creationId="{94BA2A51-51CD-7B7D-519F-B77133303505}"/>
          </ac:spMkLst>
        </pc:spChg>
        <pc:picChg chg="add del mod modCrop">
          <ac:chgData name="Schreiber, Dominik" userId="b4a011dc-1bbf-4696-be77-011b6923fe4d" providerId="ADAL" clId="{48BD7045-293C-6C4F-B03B-AFF4443FE06C}" dt="2025-07-07T08:56:39.197" v="9915" actId="478"/>
          <ac:picMkLst>
            <pc:docMk/>
            <pc:sldMk cId="3017155746" sldId="523"/>
            <ac:picMk id="10" creationId="{D66D7F24-198A-4627-1718-788AF84CA0C1}"/>
          </ac:picMkLst>
        </pc:picChg>
      </pc:sldChg>
      <pc:sldChg chg="new del">
        <pc:chgData name="Schreiber, Dominik" userId="b4a011dc-1bbf-4696-be77-011b6923fe4d" providerId="ADAL" clId="{48BD7045-293C-6C4F-B03B-AFF4443FE06C}" dt="2025-07-01T08:23:13.939" v="5423" actId="680"/>
        <pc:sldMkLst>
          <pc:docMk/>
          <pc:sldMk cId="3091630887" sldId="523"/>
        </pc:sldMkLst>
      </pc:sldChg>
      <pc:sldChg chg="addSp delSp modSp new mod modTransition">
        <pc:chgData name="Schreiber, Dominik" userId="b4a011dc-1bbf-4696-be77-011b6923fe4d" providerId="ADAL" clId="{48BD7045-293C-6C4F-B03B-AFF4443FE06C}" dt="2025-07-04T07:54:16.237" v="9856" actId="14861"/>
        <pc:sldMkLst>
          <pc:docMk/>
          <pc:sldMk cId="2968997612" sldId="524"/>
        </pc:sldMkLst>
        <pc:spChg chg="mod">
          <ac:chgData name="Schreiber, Dominik" userId="b4a011dc-1bbf-4696-be77-011b6923fe4d" providerId="ADAL" clId="{48BD7045-293C-6C4F-B03B-AFF4443FE06C}" dt="2025-07-01T10:39:14.663" v="8400" actId="207"/>
          <ac:spMkLst>
            <pc:docMk/>
            <pc:sldMk cId="2968997612" sldId="524"/>
            <ac:spMk id="3" creationId="{7F3E98F8-9F24-79FF-3224-BAA5A379D50F}"/>
          </ac:spMkLst>
        </pc:spChg>
        <pc:spChg chg="mod">
          <ac:chgData name="Schreiber, Dominik" userId="b4a011dc-1bbf-4696-be77-011b6923fe4d" providerId="ADAL" clId="{48BD7045-293C-6C4F-B03B-AFF4443FE06C}" dt="2025-07-01T09:22:56.126" v="7072" actId="207"/>
          <ac:spMkLst>
            <pc:docMk/>
            <pc:sldMk cId="2968997612" sldId="524"/>
            <ac:spMk id="4" creationId="{D3D57CA8-42D0-6FAC-6072-DA7EF852630C}"/>
          </ac:spMkLst>
        </pc:spChg>
        <pc:spChg chg="add mod">
          <ac:chgData name="Schreiber, Dominik" userId="b4a011dc-1bbf-4696-be77-011b6923fe4d" providerId="ADAL" clId="{48BD7045-293C-6C4F-B03B-AFF4443FE06C}" dt="2025-07-04T07:54:16.237" v="9856" actId="14861"/>
          <ac:spMkLst>
            <pc:docMk/>
            <pc:sldMk cId="2968997612" sldId="524"/>
            <ac:spMk id="7" creationId="{5149BCAF-92B9-22D0-DFB1-735212A011AB}"/>
          </ac:spMkLst>
        </pc:spChg>
        <pc:picChg chg="add mod">
          <ac:chgData name="Schreiber, Dominik" userId="b4a011dc-1bbf-4696-be77-011b6923fe4d" providerId="ADAL" clId="{48BD7045-293C-6C4F-B03B-AFF4443FE06C}" dt="2025-07-01T09:24:43.014" v="7077" actId="14100"/>
          <ac:picMkLst>
            <pc:docMk/>
            <pc:sldMk cId="2968997612" sldId="524"/>
            <ac:picMk id="6" creationId="{22D16EB7-294E-1E93-3D62-C846DF9BB912}"/>
          </ac:picMkLst>
        </pc:picChg>
      </pc:sldChg>
      <pc:sldChg chg="addSp delSp modSp add mod modTransition setBg modAnim">
        <pc:chgData name="Schreiber, Dominik" userId="b4a011dc-1bbf-4696-be77-011b6923fe4d" providerId="ADAL" clId="{48BD7045-293C-6C4F-B03B-AFF4443FE06C}" dt="2025-07-04T07:53:39.289" v="9850" actId="14861"/>
        <pc:sldMkLst>
          <pc:docMk/>
          <pc:sldMk cId="2424792519" sldId="525"/>
        </pc:sldMkLst>
        <pc:spChg chg="add mod">
          <ac:chgData name="Schreiber, Dominik" userId="b4a011dc-1bbf-4696-be77-011b6923fe4d" providerId="ADAL" clId="{48BD7045-293C-6C4F-B03B-AFF4443FE06C}" dt="2025-07-04T07:53:39.289" v="9850" actId="14861"/>
          <ac:spMkLst>
            <pc:docMk/>
            <pc:sldMk cId="2424792519" sldId="525"/>
            <ac:spMk id="12" creationId="{660383BB-B28A-A1C9-C30F-011A6EF0F9D3}"/>
          </ac:spMkLst>
        </pc:spChg>
        <pc:picChg chg="add mod">
          <ac:chgData name="Schreiber, Dominik" userId="b4a011dc-1bbf-4696-be77-011b6923fe4d" providerId="ADAL" clId="{48BD7045-293C-6C4F-B03B-AFF4443FE06C}" dt="2025-07-03T06:29:49.222" v="9480" actId="1076"/>
          <ac:picMkLst>
            <pc:docMk/>
            <pc:sldMk cId="2424792519" sldId="525"/>
            <ac:picMk id="11" creationId="{958A3467-F63A-FE28-1879-F0284A0D33D3}"/>
          </ac:picMkLst>
        </pc:picChg>
      </pc:sldChg>
      <pc:sldChg chg="addSp delSp modSp new mod modTransition modNotesTx">
        <pc:chgData name="Schreiber, Dominik" userId="b4a011dc-1bbf-4696-be77-011b6923fe4d" providerId="ADAL" clId="{48BD7045-293C-6C4F-B03B-AFF4443FE06C}" dt="2025-07-07T09:10:53.250" v="10230" actId="20577"/>
        <pc:sldMkLst>
          <pc:docMk/>
          <pc:sldMk cId="1639864678" sldId="526"/>
        </pc:sldMkLst>
        <pc:spChg chg="mod">
          <ac:chgData name="Schreiber, Dominik" userId="b4a011dc-1bbf-4696-be77-011b6923fe4d" providerId="ADAL" clId="{48BD7045-293C-6C4F-B03B-AFF4443FE06C}" dt="2025-07-01T10:53:12.541" v="8449" actId="5793"/>
          <ac:spMkLst>
            <pc:docMk/>
            <pc:sldMk cId="1639864678" sldId="526"/>
            <ac:spMk id="3" creationId="{C3AFB231-077F-D3DD-A50F-9ACDA162B0D8}"/>
          </ac:spMkLst>
        </pc:spChg>
        <pc:spChg chg="mod">
          <ac:chgData name="Schreiber, Dominik" userId="b4a011dc-1bbf-4696-be77-011b6923fe4d" providerId="ADAL" clId="{48BD7045-293C-6C4F-B03B-AFF4443FE06C}" dt="2025-07-01T09:58:31.839" v="7568" actId="20577"/>
          <ac:spMkLst>
            <pc:docMk/>
            <pc:sldMk cId="1639864678" sldId="526"/>
            <ac:spMk id="4" creationId="{D92D8E35-5A11-8409-35E0-E73EE04401DD}"/>
          </ac:spMkLst>
        </pc:spChg>
        <pc:spChg chg="add mod">
          <ac:chgData name="Schreiber, Dominik" userId="b4a011dc-1bbf-4696-be77-011b6923fe4d" providerId="ADAL" clId="{48BD7045-293C-6C4F-B03B-AFF4443FE06C}" dt="2025-07-01T10:52:32.816" v="8435" actId="14100"/>
          <ac:spMkLst>
            <pc:docMk/>
            <pc:sldMk cId="1639864678" sldId="526"/>
            <ac:spMk id="14" creationId="{01CD3E7D-00CB-FEDE-4536-B6B7DBAC0F65}"/>
          </ac:spMkLst>
        </pc:spChg>
        <pc:spChg chg="add mod">
          <ac:chgData name="Schreiber, Dominik" userId="b4a011dc-1bbf-4696-be77-011b6923fe4d" providerId="ADAL" clId="{48BD7045-293C-6C4F-B03B-AFF4443FE06C}" dt="2025-07-01T10:33:15.060" v="8341" actId="692"/>
          <ac:spMkLst>
            <pc:docMk/>
            <pc:sldMk cId="1639864678" sldId="526"/>
            <ac:spMk id="15" creationId="{5229DF73-92F7-DCA6-05E7-26B873931146}"/>
          </ac:spMkLst>
        </pc:spChg>
        <pc:picChg chg="add mod">
          <ac:chgData name="Schreiber, Dominik" userId="b4a011dc-1bbf-4696-be77-011b6923fe4d" providerId="ADAL" clId="{48BD7045-293C-6C4F-B03B-AFF4443FE06C}" dt="2025-07-01T10:48:42.647" v="8408" actId="171"/>
          <ac:picMkLst>
            <pc:docMk/>
            <pc:sldMk cId="1639864678" sldId="526"/>
            <ac:picMk id="17" creationId="{D35B8C9C-D95D-09EC-F84E-DBDDF47F278B}"/>
          </ac:picMkLst>
        </pc:picChg>
        <pc:cxnChg chg="add mod">
          <ac:chgData name="Schreiber, Dominik" userId="b4a011dc-1bbf-4696-be77-011b6923fe4d" providerId="ADAL" clId="{48BD7045-293C-6C4F-B03B-AFF4443FE06C}" dt="2025-07-04T07:54:48.315" v="9859" actId="14861"/>
          <ac:cxnSpMkLst>
            <pc:docMk/>
            <pc:sldMk cId="1639864678" sldId="526"/>
            <ac:cxnSpMk id="21" creationId="{10926D16-52B6-4C29-DB78-02B3441B08E0}"/>
          </ac:cxnSpMkLst>
        </pc:cxnChg>
        <pc:cxnChg chg="add mod">
          <ac:chgData name="Schreiber, Dominik" userId="b4a011dc-1bbf-4696-be77-011b6923fe4d" providerId="ADAL" clId="{48BD7045-293C-6C4F-B03B-AFF4443FE06C}" dt="2025-07-04T07:54:48.315" v="9859" actId="14861"/>
          <ac:cxnSpMkLst>
            <pc:docMk/>
            <pc:sldMk cId="1639864678" sldId="526"/>
            <ac:cxnSpMk id="23" creationId="{4F9C774C-E98B-4CA0-E63C-DC951859628F}"/>
          </ac:cxnSpMkLst>
        </pc:cxnChg>
        <pc:cxnChg chg="add mod">
          <ac:chgData name="Schreiber, Dominik" userId="b4a011dc-1bbf-4696-be77-011b6923fe4d" providerId="ADAL" clId="{48BD7045-293C-6C4F-B03B-AFF4443FE06C}" dt="2025-07-04T07:54:48.315" v="9859" actId="14861"/>
          <ac:cxnSpMkLst>
            <pc:docMk/>
            <pc:sldMk cId="1639864678" sldId="526"/>
            <ac:cxnSpMk id="25" creationId="{28ABBD9F-7E23-22AD-E857-F6214946CD8C}"/>
          </ac:cxnSpMkLst>
        </pc:cxnChg>
      </pc:sldChg>
      <pc:sldChg chg="delSp modSp new mod modTransition">
        <pc:chgData name="Schreiber, Dominik" userId="b4a011dc-1bbf-4696-be77-011b6923fe4d" providerId="ADAL" clId="{48BD7045-293C-6C4F-B03B-AFF4443FE06C}" dt="2025-07-01T11:10:29.689" v="9146"/>
        <pc:sldMkLst>
          <pc:docMk/>
          <pc:sldMk cId="235682393" sldId="527"/>
        </pc:sldMkLst>
        <pc:spChg chg="mod">
          <ac:chgData name="Schreiber, Dominik" userId="b4a011dc-1bbf-4696-be77-011b6923fe4d" providerId="ADAL" clId="{48BD7045-293C-6C4F-B03B-AFF4443FE06C}" dt="2025-07-01T11:00:07" v="8793" actId="14100"/>
          <ac:spMkLst>
            <pc:docMk/>
            <pc:sldMk cId="235682393" sldId="527"/>
            <ac:spMk id="3" creationId="{5F571385-2DBA-A87E-D9A8-A27613A441B8}"/>
          </ac:spMkLst>
        </pc:spChg>
        <pc:spChg chg="mod">
          <ac:chgData name="Schreiber, Dominik" userId="b4a011dc-1bbf-4696-be77-011b6923fe4d" providerId="ADAL" clId="{48BD7045-293C-6C4F-B03B-AFF4443FE06C}" dt="2025-07-01T11:09:12.522" v="9144" actId="113"/>
          <ac:spMkLst>
            <pc:docMk/>
            <pc:sldMk cId="235682393" sldId="527"/>
            <ac:spMk id="4" creationId="{BA85A2AE-4E4E-D027-6D93-CC9FA6A8B497}"/>
          </ac:spMkLst>
        </pc:spChg>
      </pc:sldChg>
      <pc:sldChg chg="addSp delSp modSp new mod modTransition setBg">
        <pc:chgData name="Schreiber, Dominik" userId="b4a011dc-1bbf-4696-be77-011b6923fe4d" providerId="ADAL" clId="{48BD7045-293C-6C4F-B03B-AFF4443FE06C}" dt="2025-07-03T06:56:16.301" v="9622" actId="207"/>
        <pc:sldMkLst>
          <pc:docMk/>
          <pc:sldMk cId="486522332" sldId="528"/>
        </pc:sldMkLst>
        <pc:spChg chg="mod">
          <ac:chgData name="Schreiber, Dominik" userId="b4a011dc-1bbf-4696-be77-011b6923fe4d" providerId="ADAL" clId="{48BD7045-293C-6C4F-B03B-AFF4443FE06C}" dt="2025-07-01T11:07:28.640" v="9020" actId="207"/>
          <ac:spMkLst>
            <pc:docMk/>
            <pc:sldMk cId="486522332" sldId="528"/>
            <ac:spMk id="2" creationId="{4F4A4964-13A5-AF42-856B-26B435956F6F}"/>
          </ac:spMkLst>
        </pc:spChg>
        <pc:spChg chg="add mod">
          <ac:chgData name="Schreiber, Dominik" userId="b4a011dc-1bbf-4696-be77-011b6923fe4d" providerId="ADAL" clId="{48BD7045-293C-6C4F-B03B-AFF4443FE06C}" dt="2025-07-03T06:54:47.895" v="9516" actId="208"/>
          <ac:spMkLst>
            <pc:docMk/>
            <pc:sldMk cId="486522332" sldId="528"/>
            <ac:spMk id="3" creationId="{7EED1CF9-1839-E49F-0E75-99683ADAFD98}"/>
          </ac:spMkLst>
        </pc:spChg>
        <pc:spChg chg="mod">
          <ac:chgData name="Schreiber, Dominik" userId="b4a011dc-1bbf-4696-be77-011b6923fe4d" providerId="ADAL" clId="{48BD7045-293C-6C4F-B03B-AFF4443FE06C}" dt="2025-07-01T11:08:31.709" v="9131" actId="20577"/>
          <ac:spMkLst>
            <pc:docMk/>
            <pc:sldMk cId="486522332" sldId="528"/>
            <ac:spMk id="4" creationId="{A84003E4-350C-2511-278F-7B983E84C777}"/>
          </ac:spMkLst>
        </pc:spChg>
        <pc:spChg chg="add mod">
          <ac:chgData name="Schreiber, Dominik" userId="b4a011dc-1bbf-4696-be77-011b6923fe4d" providerId="ADAL" clId="{48BD7045-293C-6C4F-B03B-AFF4443FE06C}" dt="2025-07-03T06:56:16.301" v="9622" actId="207"/>
          <ac:spMkLst>
            <pc:docMk/>
            <pc:sldMk cId="486522332" sldId="528"/>
            <ac:spMk id="5" creationId="{5933304E-A853-F728-DBBE-3536692A0F80}"/>
          </ac:spMkLst>
        </pc:spChg>
        <pc:spChg chg="mod">
          <ac:chgData name="Schreiber, Dominik" userId="b4a011dc-1bbf-4696-be77-011b6923fe4d" providerId="ADAL" clId="{48BD7045-293C-6C4F-B03B-AFF4443FE06C}" dt="2025-07-01T11:09:02.936" v="9138" actId="14100"/>
          <ac:spMkLst>
            <pc:docMk/>
            <pc:sldMk cId="486522332" sldId="528"/>
            <ac:spMk id="6" creationId="{4D25F365-CB32-669D-7269-7141DDD71BB2}"/>
          </ac:spMkLst>
        </pc:spChg>
        <pc:spChg chg="add mod">
          <ac:chgData name="Schreiber, Dominik" userId="b4a011dc-1bbf-4696-be77-011b6923fe4d" providerId="ADAL" clId="{48BD7045-293C-6C4F-B03B-AFF4443FE06C}" dt="2025-07-03T06:16:49.354" v="9428" actId="14100"/>
          <ac:spMkLst>
            <pc:docMk/>
            <pc:sldMk cId="486522332" sldId="528"/>
            <ac:spMk id="9" creationId="{5678BE55-F124-E4FD-6CF3-8B347F4C79BF}"/>
          </ac:spMkLst>
        </pc:spChg>
        <pc:spChg chg="add mod">
          <ac:chgData name="Schreiber, Dominik" userId="b4a011dc-1bbf-4696-be77-011b6923fe4d" providerId="ADAL" clId="{48BD7045-293C-6C4F-B03B-AFF4443FE06C}" dt="2025-07-03T06:17:34.456" v="9438" actId="14100"/>
          <ac:spMkLst>
            <pc:docMk/>
            <pc:sldMk cId="486522332" sldId="528"/>
            <ac:spMk id="10" creationId="{F4977E04-9045-FB74-6184-363CCC70DED9}"/>
          </ac:spMkLst>
        </pc:spChg>
        <pc:spChg chg="add mod">
          <ac:chgData name="Schreiber, Dominik" userId="b4a011dc-1bbf-4696-be77-011b6923fe4d" providerId="ADAL" clId="{48BD7045-293C-6C4F-B03B-AFF4443FE06C}" dt="2025-07-03T06:18:12.163" v="9449" actId="1076"/>
          <ac:spMkLst>
            <pc:docMk/>
            <pc:sldMk cId="486522332" sldId="528"/>
            <ac:spMk id="11" creationId="{7F5B36FF-3018-9D89-7B6C-49B06ECA4F80}"/>
          </ac:spMkLst>
        </pc:spChg>
        <pc:spChg chg="add mod">
          <ac:chgData name="Schreiber, Dominik" userId="b4a011dc-1bbf-4696-be77-011b6923fe4d" providerId="ADAL" clId="{48BD7045-293C-6C4F-B03B-AFF4443FE06C}" dt="2025-07-03T06:18:25.396" v="9457" actId="1076"/>
          <ac:spMkLst>
            <pc:docMk/>
            <pc:sldMk cId="486522332" sldId="528"/>
            <ac:spMk id="12" creationId="{D7904060-17ED-557B-6128-C62C9AA21C16}"/>
          </ac:spMkLst>
        </pc:spChg>
        <pc:picChg chg="add mod modCrop">
          <ac:chgData name="Schreiber, Dominik" userId="b4a011dc-1bbf-4696-be77-011b6923fe4d" providerId="ADAL" clId="{48BD7045-293C-6C4F-B03B-AFF4443FE06C}" dt="2025-07-03T06:16:37.583" v="9426" actId="1076"/>
          <ac:picMkLst>
            <pc:docMk/>
            <pc:sldMk cId="486522332" sldId="528"/>
            <ac:picMk id="8" creationId="{8CD05BDC-3287-8CA1-CB4F-58EA29111F9F}"/>
          </ac:picMkLst>
        </pc:picChg>
      </pc:sldChg>
      <pc:sldChg chg="addSp delSp modSp add mod ord modNotes modNotesTx">
        <pc:chgData name="Schreiber, Dominik" userId="b4a011dc-1bbf-4696-be77-011b6923fe4d" providerId="ADAL" clId="{48BD7045-293C-6C4F-B03B-AFF4443FE06C}" dt="2025-07-03T06:08:26.456" v="9399" actId="14100"/>
        <pc:sldMkLst>
          <pc:docMk/>
          <pc:sldMk cId="470554388" sldId="529"/>
        </pc:sldMkLst>
        <pc:spChg chg="mod">
          <ac:chgData name="Schreiber, Dominik" userId="b4a011dc-1bbf-4696-be77-011b6923fe4d" providerId="ADAL" clId="{48BD7045-293C-6C4F-B03B-AFF4443FE06C}" dt="2025-07-01T11:14:15.228" v="9157" actId="20577"/>
          <ac:spMkLst>
            <pc:docMk/>
            <pc:sldMk cId="470554388" sldId="529"/>
            <ac:spMk id="13" creationId="{7B21CB55-5A01-B789-3025-4F5159F6218D}"/>
          </ac:spMkLst>
        </pc:spChg>
        <pc:spChg chg="mod">
          <ac:chgData name="Schreiber, Dominik" userId="b4a011dc-1bbf-4696-be77-011b6923fe4d" providerId="ADAL" clId="{48BD7045-293C-6C4F-B03B-AFF4443FE06C}" dt="2025-07-01T11:14:22.106" v="9186" actId="20577"/>
          <ac:spMkLst>
            <pc:docMk/>
            <pc:sldMk cId="470554388" sldId="529"/>
            <ac:spMk id="15" creationId="{D577D79C-C61D-03A2-850F-DE9E3B13BF5B}"/>
          </ac:spMkLst>
        </pc:spChg>
        <pc:spChg chg="mod">
          <ac:chgData name="Schreiber, Dominik" userId="b4a011dc-1bbf-4696-be77-011b6923fe4d" providerId="ADAL" clId="{48BD7045-293C-6C4F-B03B-AFF4443FE06C}" dt="2025-07-03T06:08:01.691" v="9392" actId="20577"/>
          <ac:spMkLst>
            <pc:docMk/>
            <pc:sldMk cId="470554388" sldId="529"/>
            <ac:spMk id="17" creationId="{C36BCFE0-6E8D-14CA-2F8E-FC50C6C79CE3}"/>
          </ac:spMkLst>
        </pc:spChg>
        <pc:spChg chg="mod">
          <ac:chgData name="Schreiber, Dominik" userId="b4a011dc-1bbf-4696-be77-011b6923fe4d" providerId="ADAL" clId="{48BD7045-293C-6C4F-B03B-AFF4443FE06C}" dt="2025-07-03T06:08:26.456" v="9399" actId="14100"/>
          <ac:spMkLst>
            <pc:docMk/>
            <pc:sldMk cId="470554388" sldId="529"/>
            <ac:spMk id="23" creationId="{F83C8E62-5FF8-A2FF-DBC5-C2382A98FCD6}"/>
          </ac:spMkLst>
        </pc:spChg>
        <pc:picChg chg="add mod">
          <ac:chgData name="Schreiber, Dominik" userId="b4a011dc-1bbf-4696-be77-011b6923fe4d" providerId="ADAL" clId="{48BD7045-293C-6C4F-B03B-AFF4443FE06C}" dt="2025-07-03T06:07:07.070" v="9391"/>
          <ac:picMkLst>
            <pc:docMk/>
            <pc:sldMk cId="470554388" sldId="529"/>
            <ac:picMk id="2" creationId="{F16B2CD2-617D-684D-001A-7AC0D3F62B14}"/>
          </ac:picMkLst>
        </pc:picChg>
        <pc:picChg chg="add mod">
          <ac:chgData name="Schreiber, Dominik" userId="b4a011dc-1bbf-4696-be77-011b6923fe4d" providerId="ADAL" clId="{48BD7045-293C-6C4F-B03B-AFF4443FE06C}" dt="2025-07-03T06:07:07.070" v="9391"/>
          <ac:picMkLst>
            <pc:docMk/>
            <pc:sldMk cId="470554388" sldId="529"/>
            <ac:picMk id="3" creationId="{A4AE6DF0-546A-E93C-41EE-48C04860BF18}"/>
          </ac:picMkLst>
        </pc:picChg>
        <pc:picChg chg="add mod">
          <ac:chgData name="Schreiber, Dominik" userId="b4a011dc-1bbf-4696-be77-011b6923fe4d" providerId="ADAL" clId="{48BD7045-293C-6C4F-B03B-AFF4443FE06C}" dt="2025-07-03T06:07:07.070" v="9391"/>
          <ac:picMkLst>
            <pc:docMk/>
            <pc:sldMk cId="470554388" sldId="529"/>
            <ac:picMk id="4" creationId="{77B01F6A-D5CC-F4BE-BA94-6923DFB80F9C}"/>
          </ac:picMkLst>
        </pc:picChg>
        <pc:picChg chg="add mod">
          <ac:chgData name="Schreiber, Dominik" userId="b4a011dc-1bbf-4696-be77-011b6923fe4d" providerId="ADAL" clId="{48BD7045-293C-6C4F-B03B-AFF4443FE06C}" dt="2025-07-03T06:07:07.070" v="9391"/>
          <ac:picMkLst>
            <pc:docMk/>
            <pc:sldMk cId="470554388" sldId="529"/>
            <ac:picMk id="5" creationId="{595365F5-AFF3-C543-41C0-A9C3EF6875D3}"/>
          </ac:picMkLst>
        </pc:picChg>
      </pc:sldChg>
      <pc:sldChg chg="add ord setBg">
        <pc:chgData name="Schreiber, Dominik" userId="b4a011dc-1bbf-4696-be77-011b6923fe4d" providerId="ADAL" clId="{48BD7045-293C-6C4F-B03B-AFF4443FE06C}" dt="2025-07-07T08:07:32.175" v="9906"/>
        <pc:sldMkLst>
          <pc:docMk/>
          <pc:sldMk cId="1203920376" sldId="531"/>
        </pc:sldMkLst>
      </pc:sldChg>
      <pc:sldChg chg="addSp modSp add mod">
        <pc:chgData name="Schreiber, Dominik" userId="b4a011dc-1bbf-4696-be77-011b6923fe4d" providerId="ADAL" clId="{48BD7045-293C-6C4F-B03B-AFF4443FE06C}" dt="2025-07-03T08:07:20.194" v="9835" actId="1076"/>
        <pc:sldMkLst>
          <pc:docMk/>
          <pc:sldMk cId="637689989" sldId="532"/>
        </pc:sldMkLst>
        <pc:spChg chg="mod">
          <ac:chgData name="Schreiber, Dominik" userId="b4a011dc-1bbf-4696-be77-011b6923fe4d" providerId="ADAL" clId="{48BD7045-293C-6C4F-B03B-AFF4443FE06C}" dt="2025-07-03T08:06:06.202" v="9828" actId="1076"/>
          <ac:spMkLst>
            <pc:docMk/>
            <pc:sldMk cId="637689989" sldId="532"/>
            <ac:spMk id="2" creationId="{7C0F0911-64D7-6A4F-C27C-E8EB1F6F9DCE}"/>
          </ac:spMkLst>
        </pc:spChg>
        <pc:spChg chg="add mod">
          <ac:chgData name="Schreiber, Dominik" userId="b4a011dc-1bbf-4696-be77-011b6923fe4d" providerId="ADAL" clId="{48BD7045-293C-6C4F-B03B-AFF4443FE06C}" dt="2025-07-03T08:07:20.194" v="9835" actId="1076"/>
          <ac:spMkLst>
            <pc:docMk/>
            <pc:sldMk cId="637689989" sldId="532"/>
            <ac:spMk id="4" creationId="{76777CAF-F6CD-C967-9AF8-1AAEF7166B6E}"/>
          </ac:spMkLst>
        </pc:spChg>
        <pc:spChg chg="mod">
          <ac:chgData name="Schreiber, Dominik" userId="b4a011dc-1bbf-4696-be77-011b6923fe4d" providerId="ADAL" clId="{48BD7045-293C-6C4F-B03B-AFF4443FE06C}" dt="2025-07-03T08:06:27.485" v="9830" actId="14100"/>
          <ac:spMkLst>
            <pc:docMk/>
            <pc:sldMk cId="637689989" sldId="532"/>
            <ac:spMk id="8" creationId="{6D8844A9-6AD5-67FD-F2BD-A565136EC622}"/>
          </ac:spMkLst>
        </pc:spChg>
        <pc:spChg chg="mod">
          <ac:chgData name="Schreiber, Dominik" userId="b4a011dc-1bbf-4696-be77-011b6923fe4d" providerId="ADAL" clId="{48BD7045-293C-6C4F-B03B-AFF4443FE06C}" dt="2025-07-03T08:06:39.978" v="9832" actId="14100"/>
          <ac:spMkLst>
            <pc:docMk/>
            <pc:sldMk cId="637689989" sldId="532"/>
            <ac:spMk id="9" creationId="{28FDED2A-9596-4687-E89A-966548D7BAE6}"/>
          </ac:spMkLst>
        </pc:spChg>
        <pc:spChg chg="mod">
          <ac:chgData name="Schreiber, Dominik" userId="b4a011dc-1bbf-4696-be77-011b6923fe4d" providerId="ADAL" clId="{48BD7045-293C-6C4F-B03B-AFF4443FE06C}" dt="2025-07-03T08:06:52.747" v="9834" actId="14100"/>
          <ac:spMkLst>
            <pc:docMk/>
            <pc:sldMk cId="637689989" sldId="532"/>
            <ac:spMk id="11" creationId="{7F88CA10-70E7-89FD-019F-EC3184D7C1AE}"/>
          </ac:spMkLst>
        </pc:spChg>
      </pc:sldChg>
      <pc:sldChg chg="addSp delSp modSp new mod setBg">
        <pc:chgData name="Schreiber, Dominik" userId="b4a011dc-1bbf-4696-be77-011b6923fe4d" providerId="ADAL" clId="{48BD7045-293C-6C4F-B03B-AFF4443FE06C}" dt="2025-07-07T08:59:19.208" v="9996" actId="20577"/>
        <pc:sldMkLst>
          <pc:docMk/>
          <pc:sldMk cId="1105947714" sldId="533"/>
        </pc:sldMkLst>
        <pc:spChg chg="del">
          <ac:chgData name="Schreiber, Dominik" userId="b4a011dc-1bbf-4696-be77-011b6923fe4d" providerId="ADAL" clId="{48BD7045-293C-6C4F-B03B-AFF4443FE06C}" dt="2025-07-07T08:57:44.285" v="9920" actId="478"/>
          <ac:spMkLst>
            <pc:docMk/>
            <pc:sldMk cId="1105947714" sldId="533"/>
            <ac:spMk id="2" creationId="{88BE05A3-3DC2-5D0A-FAF4-7B7DFAFEF5CA}"/>
          </ac:spMkLst>
        </pc:spChg>
        <pc:spChg chg="mod">
          <ac:chgData name="Schreiber, Dominik" userId="b4a011dc-1bbf-4696-be77-011b6923fe4d" providerId="ADAL" clId="{48BD7045-293C-6C4F-B03B-AFF4443FE06C}" dt="2025-07-07T08:59:19.208" v="9996" actId="20577"/>
          <ac:spMkLst>
            <pc:docMk/>
            <pc:sldMk cId="1105947714" sldId="533"/>
            <ac:spMk id="3" creationId="{0519CBAB-79B1-84A1-102D-FDBDD0345561}"/>
          </ac:spMkLst>
        </pc:spChg>
        <pc:picChg chg="add mod">
          <ac:chgData name="Schreiber, Dominik" userId="b4a011dc-1bbf-4696-be77-011b6923fe4d" providerId="ADAL" clId="{48BD7045-293C-6C4F-B03B-AFF4443FE06C}" dt="2025-07-07T08:58:02.351" v="9924" actId="1076"/>
          <ac:picMkLst>
            <pc:docMk/>
            <pc:sldMk cId="1105947714" sldId="533"/>
            <ac:picMk id="4" creationId="{0D180B81-362D-8F23-1701-0317D1F34077}"/>
          </ac:picMkLst>
        </pc:picChg>
      </pc:sldChg>
      <pc:sldMasterChg chg="modTransition modSldLayout">
        <pc:chgData name="Schreiber, Dominik" userId="b4a011dc-1bbf-4696-be77-011b6923fe4d" providerId="ADAL" clId="{48BD7045-293C-6C4F-B03B-AFF4443FE06C}" dt="2025-07-01T11:10:29.689" v="9146"/>
        <pc:sldMasterMkLst>
          <pc:docMk/>
          <pc:sldMasterMk cId="1590393377" sldId="2147483795"/>
        </pc:sldMasterMkLst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267438737" sldId="2147483796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3805239483" sldId="2147483807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3166819753" sldId="2147483808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4247215031" sldId="2147483809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648105349" sldId="2147483811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175495894" sldId="2147483812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106077669" sldId="2147483813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3523538153" sldId="2147483814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2805809179" sldId="2147483815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477471207" sldId="2147483816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1434706374" sldId="2147483817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1262772229" sldId="2147483818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13314560" sldId="2147483819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4271592752" sldId="2147483820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2640048541" sldId="2147483821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3821419428" sldId="2147483822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4088109274" sldId="2147483823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1943248640" sldId="2147483824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4036364523" sldId="2147483826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444937219" sldId="2147483827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1432960102" sldId="2147483828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1251453612" sldId="2147483829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1628453099" sldId="2147483830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2688627062" sldId="2147483831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952618667" sldId="2147483833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444045702" sldId="2147483834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3211986327" sldId="2147483836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3056708515" sldId="2147483837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1877891530" sldId="2147483838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39869978" sldId="2147483839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2358926651" sldId="2147483840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2589589441" sldId="2147483841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659330959" sldId="2147483842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1462885502" sldId="2147483843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1014925820" sldId="2147483844"/>
          </pc:sldLayoutMkLst>
        </pc:sldLayoutChg>
        <pc:sldLayoutChg chg="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1101007292" sldId="2147483845"/>
          </pc:sldLayoutMkLst>
        </pc:sldLayoutChg>
        <pc:sldLayoutChg chg="modSp mod modTransition">
          <pc:chgData name="Schreiber, Dominik" userId="b4a011dc-1bbf-4696-be77-011b6923fe4d" providerId="ADAL" clId="{48BD7045-293C-6C4F-B03B-AFF4443FE06C}" dt="2025-07-01T11:10:29.689" v="9146"/>
          <pc:sldLayoutMkLst>
            <pc:docMk/>
            <pc:sldMasterMk cId="1590393377" sldId="2147483795"/>
            <pc:sldLayoutMk cId="3229372962" sldId="2147483846"/>
          </pc:sldLayoutMkLst>
          <pc:spChg chg="mod">
            <ac:chgData name="Schreiber, Dominik" userId="b4a011dc-1bbf-4696-be77-011b6923fe4d" providerId="ADAL" clId="{48BD7045-293C-6C4F-B03B-AFF4443FE06C}" dt="2025-06-12T08:02:12.567" v="1503" actId="207"/>
            <ac:spMkLst>
              <pc:docMk/>
              <pc:sldMasterMk cId="1590393377" sldId="2147483795"/>
              <pc:sldLayoutMk cId="3229372962" sldId="2147483846"/>
              <ac:spMk id="2" creationId="{A9D77739-BA85-1F68-BBCF-38A7C11F7CBE}"/>
            </ac:spMkLst>
          </pc:spChg>
          <pc:spChg chg="mod">
            <ac:chgData name="Schreiber, Dominik" userId="b4a011dc-1bbf-4696-be77-011b6923fe4d" providerId="ADAL" clId="{48BD7045-293C-6C4F-B03B-AFF4443FE06C}" dt="2025-06-12T08:02:01.768" v="1501" actId="207"/>
            <ac:spMkLst>
              <pc:docMk/>
              <pc:sldMasterMk cId="1590393377" sldId="2147483795"/>
              <pc:sldLayoutMk cId="3229372962" sldId="2147483846"/>
              <ac:spMk id="14" creationId="{DF91BB11-B14C-F13E-AE48-7AA24AA6CE99}"/>
            </ac:spMkLst>
          </pc:spChg>
        </pc:sldLayoutChg>
      </pc:sldMasterChg>
    </pc:docChg>
  </pc:docChgLst>
  <pc:docChgLst>
    <pc:chgData name="Klug, David" userId="S::david.klug@sap.com::9c27dda9-40b9-4b1b-88ce-bc036be0c24d" providerId="AD" clId="Web-{A8D1523C-1EF2-6763-E1C8-4423892FC97B}"/>
    <pc:docChg chg="modSld">
      <pc:chgData name="Klug, David" userId="S::david.klug@sap.com::9c27dda9-40b9-4b1b-88ce-bc036be0c24d" providerId="AD" clId="Web-{A8D1523C-1EF2-6763-E1C8-4423892FC97B}" dt="2025-07-04T12:00:12.756" v="30"/>
      <pc:docMkLst>
        <pc:docMk/>
      </pc:docMkLst>
      <pc:sldChg chg="modNotes">
        <pc:chgData name="Klug, David" userId="S::david.klug@sap.com::9c27dda9-40b9-4b1b-88ce-bc036be0c24d" providerId="AD" clId="Web-{A8D1523C-1EF2-6763-E1C8-4423892FC97B}" dt="2025-07-04T12:00:12.756" v="30"/>
        <pc:sldMkLst>
          <pc:docMk/>
          <pc:sldMk cId="1539925076" sldId="452"/>
        </pc:sldMkLst>
      </pc:sldChg>
      <pc:sldChg chg="modNotes">
        <pc:chgData name="Klug, David" userId="S::david.klug@sap.com::9c27dda9-40b9-4b1b-88ce-bc036be0c24d" providerId="AD" clId="Web-{A8D1523C-1EF2-6763-E1C8-4423892FC97B}" dt="2025-07-04T08:00:43.635" v="5"/>
        <pc:sldMkLst>
          <pc:docMk/>
          <pc:sldMk cId="2135446312" sldId="514"/>
        </pc:sldMkLst>
      </pc:sldChg>
      <pc:sldChg chg="modNotes">
        <pc:chgData name="Klug, David" userId="S::david.klug@sap.com::9c27dda9-40b9-4b1b-88ce-bc036be0c24d" providerId="AD" clId="Web-{A8D1523C-1EF2-6763-E1C8-4423892FC97B}" dt="2025-07-04T07:55:41.733" v="2"/>
        <pc:sldMkLst>
          <pc:docMk/>
          <pc:sldMk cId="1323130137" sldId="519"/>
        </pc:sldMkLst>
      </pc:sldChg>
      <pc:sldChg chg="modNotes">
        <pc:chgData name="Klug, David" userId="S::david.klug@sap.com::9c27dda9-40b9-4b1b-88ce-bc036be0c24d" providerId="AD" clId="Web-{A8D1523C-1EF2-6763-E1C8-4423892FC97B}" dt="2025-07-04T10:49:29.980" v="28"/>
        <pc:sldMkLst>
          <pc:docMk/>
          <pc:sldMk cId="637689989" sldId="53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Inter" panose="02000503000000020004" pitchFamily="2" charset="0"/>
              </a:rPr>
              <a:pPr algn="ctr"/>
              <a:t>‹#›</a:t>
            </a:fld>
            <a:endParaRPr lang="de-DE" sz="1000"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Inter" panose="02000503000000020004" pitchFamily="2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>
              <a:ea typeface="Inter"/>
            </a:endParaRPr>
          </a:p>
          <a:p>
            <a:pPr marL="179705" lvl="1" indent="0">
              <a:buNone/>
            </a:pPr>
            <a:r>
              <a:rPr lang="en-US">
                <a:latin typeface="Inter"/>
                <a:ea typeface="Inter"/>
              </a:rPr>
              <a:t>Notes David:</a:t>
            </a:r>
            <a:br>
              <a:rPr lang="en-US">
                <a:latin typeface="Inter"/>
                <a:ea typeface="Inter"/>
              </a:rPr>
            </a:br>
            <a:r>
              <a:rPr lang="en-US">
                <a:latin typeface="Inter"/>
                <a:ea typeface="Inter"/>
              </a:rPr>
              <a:t>Hi everyone I'm David and today I brought with me Barbara, Andreas and Dominik.</a:t>
            </a:r>
            <a:br>
              <a:rPr lang="en-US">
                <a:latin typeface="Inter"/>
                <a:ea typeface="Inter"/>
              </a:rPr>
            </a:br>
            <a:r>
              <a:rPr lang="en-US">
                <a:latin typeface="Inter"/>
                <a:ea typeface="Inter"/>
              </a:rPr>
              <a:t>We’re excited to be here at UI5con to talk about something that’s often overlooked but incredibly powerful: </a:t>
            </a:r>
            <a:r>
              <a:rPr lang="en-US" b="1">
                <a:latin typeface="Inter"/>
                <a:ea typeface="Inter"/>
              </a:rPr>
              <a:t>theming</a:t>
            </a:r>
            <a:r>
              <a:rPr lang="en-US">
                <a:latin typeface="Inter"/>
                <a:ea typeface="Inter"/>
              </a:rPr>
              <a:t>.</a:t>
            </a:r>
            <a:br>
              <a:rPr lang="en-US">
                <a:latin typeface="Inter"/>
                <a:ea typeface="Inter"/>
              </a:rPr>
            </a:br>
            <a:r>
              <a:rPr lang="en-US">
                <a:latin typeface="Inter"/>
                <a:ea typeface="Inter"/>
              </a:rPr>
              <a:t>You’ve probably seen it before when you looked at an application, that just look and feels right no matter what colors or corporate design the developer and designer choose. </a:t>
            </a:r>
            <a:br>
              <a:rPr lang="en-US">
                <a:latin typeface="Inter"/>
                <a:ea typeface="Inter"/>
              </a:rPr>
            </a:br>
            <a:r>
              <a:rPr lang="en-US">
                <a:latin typeface="Inter"/>
                <a:ea typeface="Inter"/>
              </a:rPr>
              <a:t>And then you might have thought: </a:t>
            </a:r>
            <a:r>
              <a:rPr lang="en-US" i="1">
                <a:latin typeface="Inter"/>
                <a:ea typeface="Inter"/>
              </a:rPr>
              <a:t>That must be a lot of work.</a:t>
            </a:r>
            <a:r>
              <a:rPr lang="en-US">
                <a:latin typeface="Inter"/>
                <a:ea typeface="Inter"/>
              </a:rPr>
              <a:t> But it doesn’t have to be.</a:t>
            </a:r>
            <a:br>
              <a:rPr lang="en-US">
                <a:latin typeface="Inter"/>
                <a:ea typeface="Inter"/>
              </a:rPr>
            </a:br>
            <a:r>
              <a:rPr lang="en-US">
                <a:latin typeface="Inter"/>
                <a:ea typeface="Inter"/>
              </a:rPr>
              <a:t>Today, we’ll show you how easy it is to make your product </a:t>
            </a:r>
            <a:r>
              <a:rPr lang="en-US" b="1">
                <a:latin typeface="Inter"/>
                <a:ea typeface="Inter"/>
              </a:rPr>
              <a:t>look great in every SAP theme. </a:t>
            </a:r>
            <a:endParaRPr lang="en-US">
              <a:latin typeface="Inter"/>
              <a:ea typeface="Inter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8951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Inter"/>
                <a:ea typeface="Inter"/>
              </a:rPr>
              <a:t>1: David</a:t>
            </a:r>
          </a:p>
          <a:p>
            <a:r>
              <a:rPr lang="en-US">
                <a:latin typeface="Inter"/>
                <a:ea typeface="Inter"/>
              </a:rPr>
              <a:t>2: Andreas</a:t>
            </a:r>
            <a:endParaRPr lang="en-US"/>
          </a:p>
          <a:p>
            <a:r>
              <a:rPr lang="en-US">
                <a:latin typeface="Inter"/>
                <a:ea typeface="Inter"/>
              </a:rPr>
              <a:t>3: Dominik</a:t>
            </a:r>
            <a:endParaRPr lang="en-US"/>
          </a:p>
          <a:p>
            <a:r>
              <a:rPr lang="en-US">
                <a:latin typeface="Inter"/>
                <a:ea typeface="Inter"/>
              </a:rPr>
              <a:t>4: Barbara</a:t>
            </a:r>
            <a:br>
              <a:rPr lang="en-US">
                <a:latin typeface="Inter"/>
                <a:ea typeface="Inter"/>
              </a:rPr>
            </a:br>
            <a:br>
              <a:rPr lang="en-US">
                <a:ea typeface="Inter"/>
              </a:rPr>
            </a:br>
            <a:r>
              <a:rPr lang="en-US">
                <a:latin typeface="Inter"/>
                <a:ea typeface="Inter"/>
              </a:rPr>
              <a:t>Notes David:</a:t>
            </a:r>
            <a:br>
              <a:rPr lang="en-US">
                <a:latin typeface="Inter"/>
                <a:ea typeface="Inter"/>
              </a:rPr>
            </a:br>
            <a:r>
              <a:rPr lang="en-US">
                <a:latin typeface="Inter"/>
                <a:ea typeface="Inter"/>
              </a:rPr>
              <a:t>Let's have a short look at our agenda.</a:t>
            </a:r>
            <a:br>
              <a:rPr lang="en-US">
                <a:ea typeface="Inter"/>
              </a:rPr>
            </a:br>
            <a:r>
              <a:rPr lang="en-US">
                <a:latin typeface="Inter"/>
                <a:ea typeface="Inter"/>
              </a:rPr>
              <a:t>First I will outline </a:t>
            </a:r>
            <a:r>
              <a:rPr lang="en-US" b="1">
                <a:latin typeface="Inter"/>
                <a:ea typeface="Inter"/>
              </a:rPr>
              <a:t>WHY </a:t>
            </a:r>
            <a:r>
              <a:rPr lang="en-US">
                <a:latin typeface="Inter"/>
                <a:ea typeface="Inter"/>
              </a:rPr>
              <a:t>theming matters and why everyone should invest some time in theming their products.</a:t>
            </a:r>
            <a:br>
              <a:rPr lang="en-US">
                <a:ea typeface="Inter"/>
              </a:rPr>
            </a:br>
            <a:r>
              <a:rPr lang="en-US">
                <a:latin typeface="Inter"/>
                <a:ea typeface="Inter"/>
              </a:rPr>
              <a:t>Then Andreas will show us </a:t>
            </a:r>
            <a:r>
              <a:rPr lang="en-US" b="1">
                <a:latin typeface="Inter"/>
                <a:ea typeface="Inter"/>
              </a:rPr>
              <a:t>HOW </a:t>
            </a:r>
            <a:r>
              <a:rPr lang="en-US">
                <a:latin typeface="Inter"/>
                <a:ea typeface="Inter"/>
              </a:rPr>
              <a:t>it was done in the past with LESS (and still could be done today).</a:t>
            </a:r>
            <a:br>
              <a:rPr lang="en-US">
                <a:ea typeface="Inter"/>
              </a:rPr>
            </a:br>
            <a:r>
              <a:rPr lang="en-US">
                <a:latin typeface="Inter"/>
                <a:ea typeface="Inter"/>
              </a:rPr>
              <a:t>After that Dominik tell us to </a:t>
            </a:r>
            <a:r>
              <a:rPr lang="en-US" b="1">
                <a:latin typeface="Inter"/>
                <a:ea typeface="Inter"/>
              </a:rPr>
              <a:t>USE </a:t>
            </a:r>
            <a:r>
              <a:rPr lang="en-US">
                <a:latin typeface="Inter"/>
                <a:ea typeface="Inter"/>
              </a:rPr>
              <a:t>CSS custom properties with some modern CSS hacks. </a:t>
            </a:r>
            <a:br>
              <a:rPr lang="en-US">
                <a:ea typeface="Inter"/>
              </a:rPr>
            </a:br>
            <a:r>
              <a:rPr lang="en-US">
                <a:latin typeface="Inter"/>
                <a:ea typeface="Inter"/>
              </a:rPr>
              <a:t>And in the end Barbara give use a short outlook </a:t>
            </a:r>
            <a:r>
              <a:rPr lang="en-US" b="1">
                <a:latin typeface="Inter"/>
                <a:ea typeface="Inter"/>
              </a:rPr>
              <a:t>WHAT </a:t>
            </a:r>
            <a:r>
              <a:rPr lang="en-US">
                <a:latin typeface="Inter"/>
                <a:ea typeface="Inter"/>
              </a:rPr>
              <a:t>could be next.</a:t>
            </a:r>
            <a:endParaRPr lang="en-US">
              <a:ea typeface="Inter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49246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Inter"/>
                <a:ea typeface="Inter"/>
              </a:rPr>
              <a:t>David</a:t>
            </a:r>
            <a:br>
              <a:rPr lang="en-US">
                <a:latin typeface="Inter"/>
                <a:ea typeface="Inter"/>
              </a:rPr>
            </a:br>
            <a:r>
              <a:rPr lang="en-US">
                <a:latin typeface="Inter"/>
                <a:ea typeface="Inter"/>
              </a:rPr>
              <a:t>But let's start with the WHY. So why does theming matters?</a:t>
            </a:r>
            <a:br>
              <a:rPr lang="en-US">
                <a:latin typeface="Inter"/>
                <a:ea typeface="Inter"/>
              </a:rPr>
            </a:br>
            <a:r>
              <a:rPr lang="en-US">
                <a:latin typeface="Inter"/>
                <a:ea typeface="Inter"/>
              </a:rPr>
              <a:t>Let me come up with a simple example: </a:t>
            </a:r>
            <a:endParaRPr lang="en-US">
              <a:ea typeface="Inter"/>
            </a:endParaRPr>
          </a:p>
          <a:p>
            <a:r>
              <a:rPr lang="en-US">
                <a:latin typeface="Inter"/>
                <a:ea typeface="Inter"/>
              </a:rPr>
              <a:t>Well, think about people. We’re all different! In our personality, in preferences or in how we present ourselves. </a:t>
            </a:r>
            <a:br>
              <a:rPr lang="en-US">
                <a:latin typeface="Inter"/>
                <a:ea typeface="Inter"/>
              </a:rPr>
            </a:br>
            <a:r>
              <a:rPr lang="en-US">
                <a:latin typeface="Inter"/>
                <a:ea typeface="Inter"/>
              </a:rPr>
              <a:t>And just like people, products have personalities too.</a:t>
            </a:r>
          </a:p>
          <a:p>
            <a:r>
              <a:rPr lang="en-US">
                <a:latin typeface="Inter"/>
                <a:ea typeface="Inter"/>
              </a:rPr>
              <a:t>Some of us wear a suit and tie, others wear a hoodie and sneakers. </a:t>
            </a:r>
            <a:br>
              <a:rPr lang="en-US">
                <a:latin typeface="Inter"/>
                <a:ea typeface="Inter"/>
              </a:rPr>
            </a:br>
            <a:r>
              <a:rPr lang="en-US">
                <a:latin typeface="Inter"/>
                <a:ea typeface="Inter"/>
              </a:rPr>
              <a:t>Not because one is better than the other, but because it fits the context, the role, the mood, or the individual.</a:t>
            </a:r>
          </a:p>
          <a:p>
            <a:r>
              <a:rPr lang="en-US">
                <a:latin typeface="Inter"/>
                <a:ea typeface="Inter"/>
              </a:rPr>
              <a:t>So why should all products look the same?</a:t>
            </a:r>
          </a:p>
          <a:p>
            <a:endParaRPr lang="en-US">
              <a:ea typeface="Inter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8919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04FFB-BAF8-F0AC-B2F8-4870482D2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AC0169-C3C1-8D1F-B7B7-436C8AC74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99695B-1FA6-5704-E54B-960669069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>
                <a:latin typeface="Inter"/>
                <a:ea typeface="Inter"/>
              </a:rPr>
              <a:t>And </a:t>
            </a:r>
            <a:r>
              <a:rPr lang="de-DE" err="1">
                <a:latin typeface="Inter"/>
                <a:ea typeface="Inter"/>
              </a:rPr>
              <a:t>because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of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that</a:t>
            </a:r>
            <a:r>
              <a:rPr lang="de-DE">
                <a:latin typeface="Inter"/>
                <a:ea typeface="Inter"/>
              </a:rPr>
              <a:t> SAP </a:t>
            </a:r>
            <a:r>
              <a:rPr lang="de-DE" err="1">
                <a:latin typeface="Inter"/>
                <a:ea typeface="Inter"/>
              </a:rPr>
              <a:t>already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comes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up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with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four</a:t>
            </a:r>
            <a:r>
              <a:rPr lang="de-DE">
                <a:latin typeface="Inter"/>
                <a:ea typeface="Inter"/>
              </a:rPr>
              <a:t> different </a:t>
            </a:r>
            <a:r>
              <a:rPr lang="de-DE" err="1">
                <a:latin typeface="Inter"/>
                <a:ea typeface="Inter"/>
              </a:rPr>
              <a:t>theme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flavours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across</a:t>
            </a:r>
            <a:r>
              <a:rPr lang="de-DE">
                <a:latin typeface="Inter"/>
                <a:ea typeface="Inter"/>
              </a:rPr>
              <a:t> </a:t>
            </a:r>
            <a:r>
              <a:rPr lang="de-DE" err="1">
                <a:latin typeface="Inter"/>
                <a:ea typeface="Inter"/>
              </a:rPr>
              <a:t>our</a:t>
            </a:r>
            <a:r>
              <a:rPr lang="de-DE">
                <a:latin typeface="Inter"/>
                <a:ea typeface="Inter"/>
              </a:rPr>
              <a:t> different </a:t>
            </a:r>
            <a:r>
              <a:rPr lang="de-DE" err="1">
                <a:latin typeface="Inter"/>
                <a:ea typeface="Inter"/>
              </a:rPr>
              <a:t>theme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families</a:t>
            </a:r>
            <a:r>
              <a:rPr lang="de-DE">
                <a:latin typeface="Inter"/>
                <a:ea typeface="Inter"/>
              </a:rPr>
              <a:t>. </a:t>
            </a:r>
            <a:br>
              <a:rPr lang="de-DE">
                <a:latin typeface="Inter"/>
                <a:ea typeface="Inter"/>
              </a:rPr>
            </a:br>
            <a:r>
              <a:rPr lang="de-DE" err="1">
                <a:latin typeface="Inter"/>
                <a:ea typeface="Inter"/>
              </a:rPr>
              <a:t>We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already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provide</a:t>
            </a:r>
            <a:r>
              <a:rPr lang="de-DE">
                <a:latin typeface="Inter"/>
                <a:ea typeface="Inter"/>
              </a:rPr>
              <a:t> a light and a </a:t>
            </a:r>
            <a:r>
              <a:rPr lang="de-DE" err="1">
                <a:latin typeface="Inter"/>
                <a:ea typeface="Inter"/>
              </a:rPr>
              <a:t>dark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mode</a:t>
            </a:r>
            <a:r>
              <a:rPr lang="de-DE">
                <a:latin typeface="Inter"/>
                <a:ea typeface="Inter"/>
              </a:rPr>
              <a:t> and </a:t>
            </a:r>
            <a:r>
              <a:rPr lang="de-DE" err="1">
                <a:latin typeface="Inter"/>
                <a:ea typeface="Inter"/>
              </a:rPr>
              <a:t>and</a:t>
            </a:r>
            <a:r>
              <a:rPr lang="de-DE">
                <a:latin typeface="Inter"/>
                <a:ea typeface="Inter"/>
              </a:rPr>
              <a:t> a </a:t>
            </a:r>
            <a:r>
              <a:rPr lang="de-DE" err="1">
                <a:latin typeface="Inter"/>
                <a:ea typeface="Inter"/>
              </a:rPr>
              <a:t>hig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contrast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white</a:t>
            </a:r>
            <a:r>
              <a:rPr lang="de-DE">
                <a:latin typeface="Inter"/>
                <a:ea typeface="Inter"/>
              </a:rPr>
              <a:t> and high </a:t>
            </a:r>
            <a:r>
              <a:rPr lang="de-DE" err="1">
                <a:latin typeface="Inter"/>
                <a:ea typeface="Inter"/>
              </a:rPr>
              <a:t>contrtast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black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mode</a:t>
            </a:r>
            <a:r>
              <a:rPr lang="de-DE">
                <a:latin typeface="Inter"/>
                <a:ea typeface="Inter"/>
              </a:rPr>
              <a:t>.</a:t>
            </a:r>
            <a:br>
              <a:rPr lang="de-DE">
                <a:latin typeface="Inter"/>
                <a:ea typeface="Inter"/>
              </a:rPr>
            </a:br>
            <a:r>
              <a:rPr lang="de-DE">
                <a:latin typeface="Inter"/>
                <a:ea typeface="Inter"/>
              </a:rPr>
              <a:t>These </a:t>
            </a:r>
            <a:r>
              <a:rPr lang="de-DE" err="1">
                <a:latin typeface="Inter"/>
                <a:ea typeface="Inter"/>
              </a:rPr>
              <a:t>are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the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theme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flavors</a:t>
            </a:r>
            <a:r>
              <a:rPr lang="de-DE">
                <a:latin typeface="Inter"/>
                <a:ea typeface="Inter"/>
              </a:rPr>
              <a:t> SAP </a:t>
            </a:r>
            <a:r>
              <a:rPr lang="de-DE" err="1">
                <a:latin typeface="Inter"/>
                <a:ea typeface="Inter"/>
              </a:rPr>
              <a:t>provides</a:t>
            </a:r>
            <a:r>
              <a:rPr lang="de-DE">
                <a:latin typeface="Inter"/>
                <a:ea typeface="Inter"/>
              </a:rPr>
              <a:t> out </a:t>
            </a:r>
            <a:r>
              <a:rPr lang="de-DE" err="1">
                <a:latin typeface="Inter"/>
                <a:ea typeface="Inter"/>
              </a:rPr>
              <a:t>of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the</a:t>
            </a:r>
            <a:r>
              <a:rPr lang="de-DE">
                <a:latin typeface="Inter"/>
                <a:ea typeface="Inter"/>
              </a:rPr>
              <a:t> box.</a:t>
            </a:r>
            <a:br>
              <a:rPr lang="de-DE">
                <a:latin typeface="Inter"/>
                <a:ea typeface="Inter"/>
              </a:rPr>
            </a:br>
            <a:r>
              <a:rPr lang="de-DE" err="1">
                <a:latin typeface="Inter"/>
                <a:ea typeface="Inter"/>
              </a:rPr>
              <a:t>Now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imagine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what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you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can</a:t>
            </a:r>
            <a:r>
              <a:rPr lang="de-DE">
                <a:latin typeface="Inter"/>
                <a:ea typeface="Inter"/>
              </a:rPr>
              <a:t> do </a:t>
            </a:r>
            <a:r>
              <a:rPr lang="de-DE" err="1">
                <a:latin typeface="Inter"/>
                <a:ea typeface="Inter"/>
              </a:rPr>
              <a:t>with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your</a:t>
            </a:r>
            <a:r>
              <a:rPr lang="de-DE">
                <a:latin typeface="Inter"/>
                <a:ea typeface="Inter"/>
              </a:rPr>
              <a:t> own </a:t>
            </a:r>
            <a:r>
              <a:rPr lang="de-DE" err="1">
                <a:latin typeface="Inter"/>
                <a:ea typeface="Inter"/>
              </a:rPr>
              <a:t>custom</a:t>
            </a:r>
            <a:r>
              <a:rPr lang="de-DE">
                <a:latin typeface="Inter"/>
                <a:ea typeface="Inter"/>
              </a:rPr>
              <a:t> </a:t>
            </a:r>
            <a:r>
              <a:rPr lang="de-DE" err="1">
                <a:latin typeface="Inter"/>
                <a:ea typeface="Inter"/>
              </a:rPr>
              <a:t>theme</a:t>
            </a:r>
            <a:r>
              <a:rPr lang="de-DE">
                <a:latin typeface="Inter"/>
                <a:ea typeface="Inter"/>
              </a:rPr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E84E8-C393-0313-857F-398748A5B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56992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Inter"/>
                <a:ea typeface="Inter"/>
              </a:rPr>
              <a:t>On top of the SAP base themes, customers can build their own custom themes to match their brand, environment or a specific use case.</a:t>
            </a:r>
            <a:br>
              <a:rPr lang="en-US">
                <a:latin typeface="Inter"/>
                <a:ea typeface="Inter"/>
              </a:rPr>
            </a:br>
            <a:r>
              <a:rPr lang="en-US">
                <a:latin typeface="Inter"/>
                <a:ea typeface="Inter"/>
              </a:rPr>
              <a:t>An this gives you the power to make your applications truly stand out and shine.</a:t>
            </a:r>
            <a:br>
              <a:rPr lang="en-US">
                <a:latin typeface="Inter"/>
                <a:ea typeface="Inter"/>
              </a:rPr>
            </a:br>
            <a:r>
              <a:rPr lang="en-US">
                <a:latin typeface="Inter"/>
                <a:ea typeface="Inter"/>
              </a:rPr>
              <a:t>And now you think this will be a lot of work. </a:t>
            </a:r>
            <a:br>
              <a:rPr lang="en-US">
                <a:latin typeface="Inter"/>
                <a:ea typeface="Inter"/>
              </a:rPr>
            </a:br>
            <a:br>
              <a:rPr lang="en-US">
                <a:latin typeface="Inter"/>
                <a:ea typeface="Inter"/>
              </a:rPr>
            </a:br>
            <a:endParaRPr lang="en-US">
              <a:ea typeface="Inter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3010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5C90E-E293-4BF7-9A15-2B35EFEFA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FEC85E-38F3-18FF-07BE-AEE168CF9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55EEF-1EA4-1292-7641-6C794FE48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Inter"/>
                <a:ea typeface="Inter"/>
              </a:rPr>
              <a:t>And yes, you’re right to think theming can be a lot of work…</a:t>
            </a:r>
            <a:br>
              <a:rPr lang="en-US"/>
            </a:br>
            <a:r>
              <a:rPr lang="en-US">
                <a:latin typeface="Inter"/>
                <a:ea typeface="Inter"/>
              </a:rPr>
              <a:t>If you do it the wrong way. Without using SAP’s theming infrastructure.</a:t>
            </a:r>
          </a:p>
          <a:p>
            <a:r>
              <a:rPr lang="en-US">
                <a:latin typeface="Inter"/>
                <a:ea typeface="Inter"/>
              </a:rPr>
              <a:t>Theming often meant writing a separate CSS file for every single theme flavor you wanted to support.</a:t>
            </a:r>
          </a:p>
          <a:p>
            <a:r>
              <a:rPr lang="en-US">
                <a:latin typeface="Inter"/>
                <a:ea typeface="Inter"/>
              </a:rPr>
              <a:t>Just imagine, duplicating rules like these for every color scheme, just to style something as simple as a home button.</a:t>
            </a:r>
          </a:p>
          <a:p>
            <a:br>
              <a:rPr lang="en-US">
                <a:latin typeface="Inter"/>
                <a:ea typeface="Inter"/>
              </a:rPr>
            </a:br>
            <a:endParaRPr lang="en-US">
              <a:ea typeface="Inter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FFA23-3E11-1A8D-793A-929BF6DE8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5789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98C29-8B96-5B0D-7114-F03ADBFD0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FD7D30-945F-AB89-C16E-7E2EB61FF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107B3-1C2F-8966-6F36-9134287EC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Inter"/>
                <a:ea typeface="Inter"/>
              </a:rPr>
              <a:t>But with a more modern technique things are much simpler.</a:t>
            </a:r>
            <a:br>
              <a:rPr lang="en-US"/>
            </a:br>
            <a:r>
              <a:rPr lang="en-US">
                <a:latin typeface="Inter"/>
                <a:ea typeface="Inter"/>
              </a:rPr>
              <a:t>You only need one CSS file for your application, no matter how many flavors you want to support.</a:t>
            </a:r>
          </a:p>
          <a:p>
            <a:r>
              <a:rPr lang="en-US">
                <a:latin typeface="Inter"/>
                <a:ea typeface="Inter"/>
              </a:rPr>
              <a:t>And inside that single file, you can use CSS custom properties</a:t>
            </a:r>
          </a:p>
          <a:p>
            <a:r>
              <a:rPr lang="en-US">
                <a:latin typeface="Inter"/>
                <a:ea typeface="Inter"/>
              </a:rPr>
              <a:t>For that you can use the theming parameters provided by SAP, to let the theme do the work.</a:t>
            </a:r>
            <a:endParaRPr lang="en-US"/>
          </a:p>
          <a:p>
            <a:r>
              <a:rPr lang="en-US">
                <a:latin typeface="Inter"/>
                <a:ea typeface="Inter"/>
              </a:rPr>
              <a:t>No duplication, no hardcoding, no chaos.</a:t>
            </a:r>
          </a:p>
          <a:p>
            <a:r>
              <a:rPr lang="en-US">
                <a:latin typeface="Inter"/>
                <a:ea typeface="Inter"/>
              </a:rPr>
              <a:t>But that was just a teaser.</a:t>
            </a:r>
            <a:br>
              <a:rPr lang="en-US"/>
            </a:br>
            <a:r>
              <a:rPr lang="en-US">
                <a:latin typeface="Inter"/>
                <a:ea typeface="Inter"/>
              </a:rPr>
              <a:t>And now, my wonderful colleague Andreas will take over and show you how this actually works in practice.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CD45C-D7B2-9681-8C57-04586B54E0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43059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Andreas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98460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86020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A0FA4-DA58-0A34-CF33-A713EB5EB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422DB-9B0F-5BF1-56DB-50F540792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D14C1-4BC9-C0C8-D438-3E46E2723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3FE06-3BE4-1443-9380-1FB8BF9CA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562954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75847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789183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Dominik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729431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err="1"/>
              <a:t>Nicht</a:t>
            </a:r>
            <a:r>
              <a:rPr lang="en-US"/>
              <a:t> so oft </a:t>
            </a:r>
            <a:r>
              <a:rPr lang="en-US" err="1"/>
              <a:t>zwischen</a:t>
            </a:r>
            <a:r>
              <a:rPr lang="en-US"/>
              <a:t> Browser und Editor </a:t>
            </a:r>
            <a:r>
              <a:rPr lang="en-US" err="1"/>
              <a:t>switchen</a:t>
            </a:r>
            <a:endParaRPr lang="en-US"/>
          </a:p>
          <a:p>
            <a:pPr marL="342900" indent="-342900">
              <a:buAutoNum type="arabicPeriod"/>
            </a:pPr>
            <a:r>
              <a:rPr lang="en-US"/>
              <a:t>Flower Control </a:t>
            </a:r>
            <a:r>
              <a:rPr lang="en-US" err="1"/>
              <a:t>zeigen</a:t>
            </a:r>
            <a:endParaRPr lang="en-US"/>
          </a:p>
          <a:p>
            <a:pPr marL="342900" indent="-342900">
              <a:buAutoNum type="arabicPeriod"/>
            </a:pPr>
            <a:r>
              <a:rPr lang="en-US"/>
              <a:t>Tabs </a:t>
            </a:r>
            <a:r>
              <a:rPr lang="en-US" err="1"/>
              <a:t>erklären</a:t>
            </a:r>
            <a:endParaRPr lang="en-US"/>
          </a:p>
          <a:p>
            <a:pPr marL="342900" indent="-342900">
              <a:buAutoNum type="arabicPeriod"/>
            </a:pPr>
            <a:r>
              <a:rPr lang="en-US"/>
              <a:t>High-Contrast </a:t>
            </a:r>
            <a:r>
              <a:rPr lang="en-US" err="1"/>
              <a:t>erklären</a:t>
            </a:r>
            <a:endParaRPr lang="en-US"/>
          </a:p>
          <a:p>
            <a:pPr marL="342900" indent="-342900">
              <a:buAutoNum type="arabicPeriod"/>
            </a:pPr>
            <a:r>
              <a:rPr lang="en-US" err="1"/>
              <a:t>Nicht</a:t>
            </a:r>
            <a:r>
              <a:rPr lang="en-US"/>
              <a:t> so stark auf clamp() </a:t>
            </a:r>
            <a:r>
              <a:rPr lang="en-US" err="1"/>
              <a:t>eingehen</a:t>
            </a:r>
            <a:r>
              <a:rPr lang="en-US"/>
              <a:t>, </a:t>
            </a:r>
            <a:r>
              <a:rPr lang="en-US" err="1"/>
              <a:t>nur</a:t>
            </a:r>
            <a:r>
              <a:rPr lang="en-US"/>
              <a:t> Link auf </a:t>
            </a:r>
            <a:r>
              <a:rPr lang="en-US" err="1"/>
              <a:t>Mechanismus</a:t>
            </a:r>
            <a:endParaRPr lang="en-US"/>
          </a:p>
          <a:p>
            <a:pPr marL="342900" indent="-342900">
              <a:buAutoNum type="arabicPeriod"/>
            </a:pPr>
            <a:r>
              <a:rPr lang="en-US" err="1"/>
              <a:t>oklab</a:t>
            </a:r>
            <a:r>
              <a:rPr lang="en-US"/>
              <a:t>(… l c h) erklären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102360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Barbara</a:t>
            </a:r>
          </a:p>
          <a:p>
            <a:endParaRPr lang="en-US"/>
          </a:p>
          <a:p>
            <a:pPr marL="285750" indent="-285750">
              <a:buFont typeface="Symbol" pitchFamily="2" charset="2"/>
              <a:buChar char="Þ"/>
            </a:pPr>
            <a:r>
              <a:rPr lang="en-US"/>
              <a:t>Expert Corner 13:25-14:45</a:t>
            </a:r>
          </a:p>
          <a:p>
            <a:pPr marL="285750" indent="-285750">
              <a:buFont typeface="Symbol" pitchFamily="2" charset="2"/>
              <a:buChar char="Þ"/>
            </a:pPr>
            <a:r>
              <a:rPr lang="en-US"/>
              <a:t>Workshop 15:55-17:25 orange 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41364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711456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C604B-FBD5-64AC-CB5F-3BB01C481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2CA310-C344-08BF-35CE-66C094D2F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E7CEA3-F7B7-6971-B883-707AABDE1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E586E-D80B-D224-A3D6-937C316F2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20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52645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blue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7">
            <a:extLst>
              <a:ext uri="{FF2B5EF4-FFF2-40B4-BE49-F238E27FC236}">
                <a16:creationId xmlns:a16="http://schemas.microsoft.com/office/drawing/2014/main" id="{DF91BB11-B14C-F13E-AE48-7AA24AA6CE99}"/>
              </a:ext>
            </a:extLst>
          </p:cNvPr>
          <p:cNvSpPr txBox="1"/>
          <p:nvPr userDrawn="1"/>
        </p:nvSpPr>
        <p:spPr>
          <a:xfrm>
            <a:off x="361650" y="6475935"/>
            <a:ext cx="2632536" cy="23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06"/>
              </a:lnSpc>
              <a:spcBef>
                <a:spcPct val="0"/>
              </a:spcBef>
            </a:pPr>
            <a:r>
              <a:rPr lang="de-DE" sz="1400" b="1">
                <a:solidFill>
                  <a:srgbClr val="1B1B1B"/>
                </a:solidFill>
                <a:latin typeface="+mj-lt"/>
              </a:rPr>
              <a:t>8. </a:t>
            </a:r>
            <a:r>
              <a:rPr lang="de-DE" sz="1400" b="1" err="1">
                <a:solidFill>
                  <a:srgbClr val="1B1B1B"/>
                </a:solidFill>
                <a:latin typeface="+mj-lt"/>
              </a:rPr>
              <a:t>July</a:t>
            </a:r>
            <a:r>
              <a:rPr lang="de-DE" sz="1400" b="1">
                <a:solidFill>
                  <a:srgbClr val="1B1B1B"/>
                </a:solidFill>
                <a:latin typeface="+mj-lt"/>
              </a:rPr>
              <a:t> 2025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336550" y="1268760"/>
            <a:ext cx="5021263" cy="2592039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5400" b="1" i="0">
                <a:latin typeface="+mj-lt"/>
                <a:ea typeface="Inter" panose="02000503000000020004" pitchFamily="34" charset="0"/>
                <a:cs typeface="Inter" panose="020005030000000200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936C284B-955C-7484-6CEF-2B7A92F83F12}"/>
              </a:ext>
            </a:extLst>
          </p:cNvPr>
          <p:cNvSpPr/>
          <p:nvPr userDrawn="1"/>
        </p:nvSpPr>
        <p:spPr>
          <a:xfrm>
            <a:off x="6837239" y="-2794"/>
            <a:ext cx="5358447" cy="6319902"/>
          </a:xfrm>
          <a:prstGeom prst="rect">
            <a:avLst/>
          </a:prstGeom>
          <a:solidFill>
            <a:srgbClr val="D9D100"/>
          </a:solidFill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511D1E-27A8-8929-3F02-A3AC0A2245E6}"/>
              </a:ext>
            </a:extLst>
          </p:cNvPr>
          <p:cNvGrpSpPr/>
          <p:nvPr userDrawn="1"/>
        </p:nvGrpSpPr>
        <p:grpSpPr>
          <a:xfrm>
            <a:off x="353064" y="549275"/>
            <a:ext cx="2866302" cy="428178"/>
            <a:chOff x="350965" y="552069"/>
            <a:chExt cx="2866302" cy="42817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0BEC809-EBB2-53F6-6113-E164EEF52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4341" y="552069"/>
              <a:ext cx="1772926" cy="42817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AB681E6-4F58-C987-0CC9-D54085ED242B}"/>
                </a:ext>
              </a:extLst>
            </p:cNvPr>
            <p:cNvGrpSpPr/>
            <p:nvPr/>
          </p:nvGrpSpPr>
          <p:grpSpPr>
            <a:xfrm>
              <a:off x="350965" y="552069"/>
              <a:ext cx="847384" cy="428178"/>
              <a:chOff x="4243270" y="3003603"/>
              <a:chExt cx="3708285" cy="1873775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6E631D69-4F5B-FB34-F2B4-C2EB05E7D3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3619" y="3003603"/>
                <a:ext cx="3707936" cy="850794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C9C4CEE8-759C-572C-9BB1-630B05DC34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3270" y="4013885"/>
                <a:ext cx="3707936" cy="863493"/>
              </a:xfrm>
              <a:prstGeom prst="rect">
                <a:avLst/>
              </a:prstGeom>
            </p:spPr>
          </p:pic>
        </p:grpSp>
      </p:grp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7126EB3-ED71-2C12-95ED-189022EFB2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37747" y="566062"/>
            <a:ext cx="3921150" cy="3917826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DE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1E078C8-DACD-3938-3BE7-11770AE898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425" y="4149725"/>
            <a:ext cx="5005388" cy="719138"/>
          </a:xfrm>
        </p:spPr>
        <p:txBody>
          <a:bodyPr/>
          <a:lstStyle>
            <a:lvl1pPr>
              <a:defRPr b="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3E8D8486-8BCB-7750-F60A-AB1D831108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37747" y="4872969"/>
            <a:ext cx="3884870" cy="287052"/>
          </a:xfrm>
        </p:spPr>
        <p:txBody>
          <a:bodyPr/>
          <a:lstStyle>
            <a:lvl1pPr algn="ctr">
              <a:defRPr sz="2000" b="1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35315996-4DD9-E0C5-67C0-3B11D12C78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37747" y="5238152"/>
            <a:ext cx="3884870" cy="711798"/>
          </a:xfrm>
        </p:spPr>
        <p:txBody>
          <a:bodyPr/>
          <a:lstStyle>
            <a:lvl1pPr algn="ctr">
              <a:spcBef>
                <a:spcPts val="0"/>
              </a:spcBef>
              <a:buNone/>
              <a:defRPr sz="1400" b="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Job Position, </a:t>
            </a:r>
            <a:br>
              <a:rPr lang="en-US"/>
            </a:br>
            <a:r>
              <a:rPr lang="en-US"/>
              <a:t>Company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70C52A-7753-9D72-B739-9DB9C08E54E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2700000">
            <a:off x="320623" y="5327546"/>
            <a:ext cx="616550" cy="616550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00CC2AE5-683C-BE5D-681F-C22FADDCFB45}"/>
              </a:ext>
            </a:extLst>
          </p:cNvPr>
          <p:cNvSpPr/>
          <p:nvPr userDrawn="1"/>
        </p:nvSpPr>
        <p:spPr>
          <a:xfrm flipV="1">
            <a:off x="1588" y="6317109"/>
            <a:ext cx="12193587" cy="0"/>
          </a:xfrm>
          <a:prstGeom prst="line">
            <a:avLst/>
          </a:prstGeom>
          <a:ln w="15875" cap="rnd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387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White cover with blue patter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>
            <a:extLst>
              <a:ext uri="{FF2B5EF4-FFF2-40B4-BE49-F238E27FC236}">
                <a16:creationId xmlns:a16="http://schemas.microsoft.com/office/drawing/2014/main" id="{A9D77739-BA85-1F68-BBCF-38A7C11F7CBE}"/>
              </a:ext>
            </a:extLst>
          </p:cNvPr>
          <p:cNvSpPr/>
          <p:nvPr userDrawn="1"/>
        </p:nvSpPr>
        <p:spPr>
          <a:xfrm>
            <a:off x="6837239" y="-2794"/>
            <a:ext cx="5358447" cy="6319902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DF91BB11-B14C-F13E-AE48-7AA24AA6CE99}"/>
              </a:ext>
            </a:extLst>
          </p:cNvPr>
          <p:cNvSpPr txBox="1"/>
          <p:nvPr userDrawn="1"/>
        </p:nvSpPr>
        <p:spPr>
          <a:xfrm>
            <a:off x="361650" y="6475935"/>
            <a:ext cx="2632536" cy="22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06"/>
              </a:lnSpc>
              <a:spcBef>
                <a:spcPct val="0"/>
              </a:spcBef>
            </a:pPr>
            <a:r>
              <a:rPr lang="de-DE" sz="1400" b="1">
                <a:solidFill>
                  <a:schemeClr val="tx1"/>
                </a:solidFill>
                <a:latin typeface="+mj-lt"/>
              </a:rPr>
              <a:t>8. </a:t>
            </a:r>
            <a:r>
              <a:rPr lang="de-DE" sz="1400" b="1" err="1">
                <a:solidFill>
                  <a:schemeClr val="tx1"/>
                </a:solidFill>
                <a:latin typeface="+mj-lt"/>
              </a:rPr>
              <a:t>July</a:t>
            </a:r>
            <a:r>
              <a:rPr lang="de-DE" sz="1400" b="1">
                <a:solidFill>
                  <a:schemeClr val="tx1"/>
                </a:solidFill>
                <a:latin typeface="+mj-lt"/>
              </a:rPr>
              <a:t> 2025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336550" y="1308445"/>
            <a:ext cx="5021263" cy="255235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5400" b="1" i="0">
                <a:solidFill>
                  <a:schemeClr val="tx1"/>
                </a:solidFill>
                <a:latin typeface="+mj-lt"/>
                <a:ea typeface="Inter" panose="02000503000000020004" pitchFamily="34" charset="0"/>
                <a:cs typeface="Inter" panose="020005030000000200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511D1E-27A8-8929-3F02-A3AC0A2245E6}"/>
              </a:ext>
            </a:extLst>
          </p:cNvPr>
          <p:cNvGrpSpPr/>
          <p:nvPr userDrawn="1"/>
        </p:nvGrpSpPr>
        <p:grpSpPr>
          <a:xfrm>
            <a:off x="353064" y="549275"/>
            <a:ext cx="2866302" cy="428178"/>
            <a:chOff x="350965" y="552069"/>
            <a:chExt cx="2866302" cy="42817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0BEC809-EBB2-53F6-6113-E164EEF52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4341" y="552069"/>
              <a:ext cx="1772926" cy="42817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AB681E6-4F58-C987-0CC9-D54085ED242B}"/>
                </a:ext>
              </a:extLst>
            </p:cNvPr>
            <p:cNvGrpSpPr/>
            <p:nvPr/>
          </p:nvGrpSpPr>
          <p:grpSpPr>
            <a:xfrm>
              <a:off x="350965" y="552069"/>
              <a:ext cx="847384" cy="428178"/>
              <a:chOff x="4243270" y="3003603"/>
              <a:chExt cx="3708285" cy="1873775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6E631D69-4F5B-FB34-F2B4-C2EB05E7D3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3619" y="3003603"/>
                <a:ext cx="3707936" cy="850794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C9C4CEE8-759C-572C-9BB1-630B05DC34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3270" y="4013885"/>
                <a:ext cx="3707936" cy="863493"/>
              </a:xfrm>
              <a:prstGeom prst="rect">
                <a:avLst/>
              </a:prstGeom>
            </p:spPr>
          </p:pic>
        </p:grpSp>
      </p:grp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7126EB3-ED71-2C12-95ED-189022EFB2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37747" y="566062"/>
            <a:ext cx="3921150" cy="3917826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DE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1E078C8-DACD-3938-3BE7-11770AE898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425" y="4149725"/>
            <a:ext cx="5005388" cy="719138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3E8D8486-8BCB-7750-F60A-AB1D831108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37747" y="4872969"/>
            <a:ext cx="3884870" cy="287052"/>
          </a:xfrm>
        </p:spPr>
        <p:txBody>
          <a:bodyPr/>
          <a:lstStyle>
            <a:lvl1pPr algn="ctr">
              <a:defRPr sz="2000"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35315996-4DD9-E0C5-67C0-3B11D12C78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37747" y="5238152"/>
            <a:ext cx="3884870" cy="711798"/>
          </a:xfrm>
        </p:spPr>
        <p:txBody>
          <a:bodyPr/>
          <a:lstStyle>
            <a:lvl1pPr algn="ctr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Job Position, </a:t>
            </a:r>
            <a:br>
              <a:rPr lang="en-US"/>
            </a:br>
            <a:r>
              <a:rPr lang="en-US"/>
              <a:t>Company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70C52A-7753-9D72-B739-9DB9C08E54E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2700000">
            <a:off x="320623" y="5327546"/>
            <a:ext cx="616550" cy="616550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B6A54D25-6560-DA10-0A51-36C20CAF951D}"/>
              </a:ext>
            </a:extLst>
          </p:cNvPr>
          <p:cNvSpPr/>
          <p:nvPr userDrawn="1"/>
        </p:nvSpPr>
        <p:spPr>
          <a:xfrm flipV="1">
            <a:off x="1588" y="6317109"/>
            <a:ext cx="12193587" cy="0"/>
          </a:xfrm>
          <a:prstGeom prst="line">
            <a:avLst/>
          </a:prstGeom>
          <a:ln w="15875" cap="rnd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3309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White cover with blue patter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>
            <a:extLst>
              <a:ext uri="{FF2B5EF4-FFF2-40B4-BE49-F238E27FC236}">
                <a16:creationId xmlns:a16="http://schemas.microsoft.com/office/drawing/2014/main" id="{A9D77739-BA85-1F68-BBCF-38A7C11F7CBE}"/>
              </a:ext>
            </a:extLst>
          </p:cNvPr>
          <p:cNvSpPr/>
          <p:nvPr userDrawn="1"/>
        </p:nvSpPr>
        <p:spPr>
          <a:xfrm>
            <a:off x="6837239" y="-2794"/>
            <a:ext cx="5358447" cy="6319902"/>
          </a:xfrm>
          <a:prstGeom prst="rect">
            <a:avLst/>
          </a:prstGeom>
          <a:solidFill>
            <a:srgbClr val="D9D100"/>
          </a:solidFill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DF91BB11-B14C-F13E-AE48-7AA24AA6CE99}"/>
              </a:ext>
            </a:extLst>
          </p:cNvPr>
          <p:cNvSpPr txBox="1"/>
          <p:nvPr userDrawn="1"/>
        </p:nvSpPr>
        <p:spPr>
          <a:xfrm>
            <a:off x="361650" y="6475935"/>
            <a:ext cx="2632536" cy="22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06"/>
              </a:lnSpc>
              <a:spcBef>
                <a:spcPct val="0"/>
              </a:spcBef>
            </a:pPr>
            <a:r>
              <a:rPr lang="de-DE" sz="1400" b="1">
                <a:solidFill>
                  <a:schemeClr val="bg1"/>
                </a:solidFill>
                <a:latin typeface="+mj-lt"/>
              </a:rPr>
              <a:t>8. </a:t>
            </a:r>
            <a:r>
              <a:rPr lang="de-DE" sz="1400" b="1" err="1">
                <a:solidFill>
                  <a:schemeClr val="bg1"/>
                </a:solidFill>
                <a:latin typeface="+mj-lt"/>
              </a:rPr>
              <a:t>July</a:t>
            </a:r>
            <a:r>
              <a:rPr lang="de-DE" sz="1400" b="1">
                <a:solidFill>
                  <a:schemeClr val="bg1"/>
                </a:solidFill>
                <a:latin typeface="+mj-lt"/>
              </a:rPr>
              <a:t> 2025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336550" y="1308445"/>
            <a:ext cx="5021263" cy="255235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5400" b="1" i="0">
                <a:solidFill>
                  <a:schemeClr val="bg1"/>
                </a:solidFill>
                <a:latin typeface="+mj-lt"/>
                <a:ea typeface="Inter" panose="02000503000000020004" pitchFamily="34" charset="0"/>
                <a:cs typeface="Inter" panose="020005030000000200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511D1E-27A8-8929-3F02-A3AC0A2245E6}"/>
              </a:ext>
            </a:extLst>
          </p:cNvPr>
          <p:cNvGrpSpPr/>
          <p:nvPr userDrawn="1"/>
        </p:nvGrpSpPr>
        <p:grpSpPr>
          <a:xfrm>
            <a:off x="353064" y="549275"/>
            <a:ext cx="2866302" cy="428178"/>
            <a:chOff x="350965" y="552069"/>
            <a:chExt cx="2866302" cy="42817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0BEC809-EBB2-53F6-6113-E164EEF52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4341" y="552069"/>
              <a:ext cx="1772926" cy="42817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AB681E6-4F58-C987-0CC9-D54085ED242B}"/>
                </a:ext>
              </a:extLst>
            </p:cNvPr>
            <p:cNvGrpSpPr/>
            <p:nvPr/>
          </p:nvGrpSpPr>
          <p:grpSpPr>
            <a:xfrm>
              <a:off x="350965" y="552069"/>
              <a:ext cx="847384" cy="428178"/>
              <a:chOff x="4243270" y="3003603"/>
              <a:chExt cx="3708285" cy="1873775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6E631D69-4F5B-FB34-F2B4-C2EB05E7D3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3619" y="3003603"/>
                <a:ext cx="3707936" cy="850794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C9C4CEE8-759C-572C-9BB1-630B05DC34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3270" y="4013885"/>
                <a:ext cx="3707936" cy="863493"/>
              </a:xfrm>
              <a:prstGeom prst="rect">
                <a:avLst/>
              </a:prstGeom>
            </p:spPr>
          </p:pic>
        </p:grpSp>
      </p:grp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7126EB3-ED71-2C12-95ED-189022EFB2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37747" y="566062"/>
            <a:ext cx="3921150" cy="3917826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DE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1E078C8-DACD-3938-3BE7-11770AE898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425" y="4149725"/>
            <a:ext cx="5005388" cy="719138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3E8D8486-8BCB-7750-F60A-AB1D831108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37747" y="4872969"/>
            <a:ext cx="3884870" cy="287052"/>
          </a:xfrm>
        </p:spPr>
        <p:txBody>
          <a:bodyPr/>
          <a:lstStyle>
            <a:lvl1pPr algn="ctr">
              <a:defRPr sz="2000"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35315996-4DD9-E0C5-67C0-3B11D12C78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37747" y="5238152"/>
            <a:ext cx="3884870" cy="711798"/>
          </a:xfrm>
        </p:spPr>
        <p:txBody>
          <a:bodyPr/>
          <a:lstStyle>
            <a:lvl1pPr algn="ctr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Job Position, </a:t>
            </a:r>
            <a:br>
              <a:rPr lang="en-US"/>
            </a:br>
            <a:r>
              <a:rPr lang="en-US"/>
              <a:t>Company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70C52A-7753-9D72-B739-9DB9C08E54E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2700000">
            <a:off x="320623" y="5327546"/>
            <a:ext cx="616550" cy="616550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B6A54D25-6560-DA10-0A51-36C20CAF951D}"/>
              </a:ext>
            </a:extLst>
          </p:cNvPr>
          <p:cNvSpPr/>
          <p:nvPr userDrawn="1"/>
        </p:nvSpPr>
        <p:spPr>
          <a:xfrm flipV="1">
            <a:off x="1588" y="6317109"/>
            <a:ext cx="12193587" cy="0"/>
          </a:xfrm>
          <a:prstGeom prst="line">
            <a:avLst/>
          </a:prstGeom>
          <a:ln w="15875" cap="rnd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9266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White cover with blue patter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>
            <a:extLst>
              <a:ext uri="{FF2B5EF4-FFF2-40B4-BE49-F238E27FC236}">
                <a16:creationId xmlns:a16="http://schemas.microsoft.com/office/drawing/2014/main" id="{A9D77739-BA85-1F68-BBCF-38A7C11F7CBE}"/>
              </a:ext>
            </a:extLst>
          </p:cNvPr>
          <p:cNvSpPr/>
          <p:nvPr userDrawn="1"/>
        </p:nvSpPr>
        <p:spPr>
          <a:xfrm>
            <a:off x="6837239" y="-2794"/>
            <a:ext cx="5358447" cy="6319902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DF91BB11-B14C-F13E-AE48-7AA24AA6CE99}"/>
              </a:ext>
            </a:extLst>
          </p:cNvPr>
          <p:cNvSpPr txBox="1"/>
          <p:nvPr userDrawn="1"/>
        </p:nvSpPr>
        <p:spPr>
          <a:xfrm>
            <a:off x="361650" y="6475935"/>
            <a:ext cx="2632536" cy="22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06"/>
              </a:lnSpc>
              <a:spcBef>
                <a:spcPct val="0"/>
              </a:spcBef>
            </a:pPr>
            <a:r>
              <a:rPr lang="de-DE" sz="1400" b="1">
                <a:solidFill>
                  <a:schemeClr val="bg1"/>
                </a:solidFill>
                <a:latin typeface="+mj-lt"/>
              </a:rPr>
              <a:t>8. </a:t>
            </a:r>
            <a:r>
              <a:rPr lang="de-DE" sz="1400" b="1" err="1">
                <a:solidFill>
                  <a:schemeClr val="bg1"/>
                </a:solidFill>
                <a:latin typeface="+mj-lt"/>
              </a:rPr>
              <a:t>July</a:t>
            </a:r>
            <a:r>
              <a:rPr lang="de-DE" sz="1400" b="1">
                <a:solidFill>
                  <a:schemeClr val="bg1"/>
                </a:solidFill>
                <a:latin typeface="+mj-lt"/>
              </a:rPr>
              <a:t> 2025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336550" y="1308445"/>
            <a:ext cx="5021263" cy="255235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5400" b="1" i="0">
                <a:solidFill>
                  <a:schemeClr val="bg1"/>
                </a:solidFill>
                <a:latin typeface="+mj-lt"/>
                <a:ea typeface="Inter" panose="02000503000000020004" pitchFamily="34" charset="0"/>
                <a:cs typeface="Inter" panose="020005030000000200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511D1E-27A8-8929-3F02-A3AC0A2245E6}"/>
              </a:ext>
            </a:extLst>
          </p:cNvPr>
          <p:cNvGrpSpPr/>
          <p:nvPr userDrawn="1"/>
        </p:nvGrpSpPr>
        <p:grpSpPr>
          <a:xfrm>
            <a:off x="353064" y="549275"/>
            <a:ext cx="2866302" cy="428178"/>
            <a:chOff x="350965" y="552069"/>
            <a:chExt cx="2866302" cy="42817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0BEC809-EBB2-53F6-6113-E164EEF52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4341" y="552069"/>
              <a:ext cx="1772926" cy="42817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AB681E6-4F58-C987-0CC9-D54085ED242B}"/>
                </a:ext>
              </a:extLst>
            </p:cNvPr>
            <p:cNvGrpSpPr/>
            <p:nvPr/>
          </p:nvGrpSpPr>
          <p:grpSpPr>
            <a:xfrm>
              <a:off x="350965" y="552069"/>
              <a:ext cx="847384" cy="428178"/>
              <a:chOff x="4243270" y="3003603"/>
              <a:chExt cx="3708285" cy="1873775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6E631D69-4F5B-FB34-F2B4-C2EB05E7D3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3619" y="3003603"/>
                <a:ext cx="3707936" cy="850794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C9C4CEE8-759C-572C-9BB1-630B05DC34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3270" y="4013885"/>
                <a:ext cx="3707936" cy="863493"/>
              </a:xfrm>
              <a:prstGeom prst="rect">
                <a:avLst/>
              </a:prstGeom>
            </p:spPr>
          </p:pic>
        </p:grpSp>
      </p:grp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7126EB3-ED71-2C12-95ED-189022EFB2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37747" y="566062"/>
            <a:ext cx="3921150" cy="3917826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DE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1E078C8-DACD-3938-3BE7-11770AE898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425" y="4149725"/>
            <a:ext cx="5005388" cy="719138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3E8D8486-8BCB-7750-F60A-AB1D831108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37747" y="4872969"/>
            <a:ext cx="3884870" cy="287052"/>
          </a:xfrm>
        </p:spPr>
        <p:txBody>
          <a:bodyPr/>
          <a:lstStyle>
            <a:lvl1pPr algn="ctr">
              <a:defRPr sz="2000"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35315996-4DD9-E0C5-67C0-3B11D12C78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37747" y="5238152"/>
            <a:ext cx="3884870" cy="711798"/>
          </a:xfrm>
        </p:spPr>
        <p:txBody>
          <a:bodyPr/>
          <a:lstStyle>
            <a:lvl1pPr algn="ctr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Job Position, </a:t>
            </a:r>
            <a:br>
              <a:rPr lang="en-US"/>
            </a:br>
            <a:r>
              <a:rPr lang="en-US"/>
              <a:t>Company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70C52A-7753-9D72-B739-9DB9C08E54E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2700000">
            <a:off x="320623" y="5327546"/>
            <a:ext cx="616550" cy="616550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B6A54D25-6560-DA10-0A51-36C20CAF951D}"/>
              </a:ext>
            </a:extLst>
          </p:cNvPr>
          <p:cNvSpPr/>
          <p:nvPr userDrawn="1"/>
        </p:nvSpPr>
        <p:spPr>
          <a:xfrm flipV="1">
            <a:off x="1588" y="6317109"/>
            <a:ext cx="12193587" cy="0"/>
          </a:xfrm>
          <a:prstGeom prst="line">
            <a:avLst/>
          </a:prstGeom>
          <a:ln w="15875" cap="rnd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5894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336551" y="549274"/>
            <a:ext cx="3600796" cy="719486"/>
          </a:xfrm>
        </p:spPr>
        <p:txBody>
          <a:bodyPr/>
          <a:lstStyle>
            <a:lvl1pPr>
              <a:defRPr sz="4800" b="1" i="0"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57427" y="1989138"/>
            <a:ext cx="7201197" cy="3960812"/>
          </a:xfrm>
        </p:spPr>
        <p:txBody>
          <a:bodyPr/>
          <a:lstStyle>
            <a:lvl1pPr>
              <a:defRPr/>
            </a:lvl1pPr>
            <a:lvl2pPr>
              <a:defRPr sz="1400"/>
            </a:lvl2pPr>
          </a:lstStyle>
          <a:p>
            <a:pPr lvl="0"/>
            <a:r>
              <a:rPr lang="en-US"/>
              <a:t>Agenda Item/Divider Headline</a:t>
            </a:r>
          </a:p>
          <a:p>
            <a:pPr lvl="1"/>
            <a:r>
              <a:rPr lang="en-US"/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38052394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83078A3-DB1C-BA8C-3DB8-80C657E074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1276598"/>
            <a:ext cx="5040313" cy="2487365"/>
          </a:xfrm>
        </p:spPr>
        <p:txBody>
          <a:bodyPr anchor="b"/>
          <a:lstStyle>
            <a:lvl1pPr marL="0" algn="l" defTabSz="609630" rtl="0" eaLnBrk="1" latinLnBrk="0" hangingPunct="1">
              <a:spcBef>
                <a:spcPts val="0"/>
              </a:spcBef>
              <a:defRPr lang="en-DE" sz="4800" b="1" kern="1200" dirty="0">
                <a:solidFill>
                  <a:sysClr val="windowText" lastClr="000000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" panose="02000503000000020004" pitchFamily="34" charset="0"/>
              </a:defRPr>
            </a:lvl1pPr>
          </a:lstStyle>
          <a:p>
            <a:pPr lvl="0"/>
            <a:r>
              <a:rPr lang="en-US"/>
              <a:t>Titel</a:t>
            </a:r>
          </a:p>
          <a:p>
            <a:pPr lvl="0"/>
            <a:r>
              <a:rPr lang="en-US"/>
              <a:t>Chapter Divider</a:t>
            </a:r>
            <a:endParaRPr lang="en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2FF3F1-96E4-A267-847A-4F5DF023A6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8100000">
            <a:off x="320623" y="532356"/>
            <a:ext cx="616550" cy="6165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1B59C4-E1E6-21B8-7746-C1734118C2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36865" y="6499339"/>
            <a:ext cx="784860" cy="189551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5599954-EC6C-AEBE-A664-83BF9ED002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7588" y="0"/>
            <a:ext cx="6097587" cy="6316663"/>
          </a:xfrm>
        </p:spPr>
        <p:txBody>
          <a:bodyPr/>
          <a:lstStyle/>
          <a:p>
            <a:endParaRPr lang="en-DE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6359BCAB-C67C-A487-EC19-11B011E135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425" y="4149725"/>
            <a:ext cx="5005388" cy="719138"/>
          </a:xfrm>
        </p:spPr>
        <p:txBody>
          <a:bodyPr/>
          <a:lstStyle>
            <a:lvl1pPr>
              <a:defRPr b="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4D4DB9A3-3086-4253-CEE7-BCD47D540EC3}"/>
              </a:ext>
            </a:extLst>
          </p:cNvPr>
          <p:cNvSpPr txBox="1"/>
          <p:nvPr userDrawn="1"/>
        </p:nvSpPr>
        <p:spPr bwMode="black">
          <a:xfrm>
            <a:off x="11728466" y="6520706"/>
            <a:ext cx="12984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10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684B17D6-136F-EB8E-3598-63D9A7EFFCCD}"/>
              </a:ext>
            </a:extLst>
          </p:cNvPr>
          <p:cNvSpPr/>
          <p:nvPr userDrawn="1"/>
        </p:nvSpPr>
        <p:spPr>
          <a:xfrm flipV="1">
            <a:off x="1588" y="6317109"/>
            <a:ext cx="12193587" cy="1"/>
          </a:xfrm>
          <a:prstGeom prst="line">
            <a:avLst/>
          </a:prstGeom>
          <a:ln w="15875" cap="rnd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819753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P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83078A3-DB1C-BA8C-3DB8-80C657E074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1276598"/>
            <a:ext cx="5040313" cy="2487365"/>
          </a:xfrm>
        </p:spPr>
        <p:txBody>
          <a:bodyPr anchor="b"/>
          <a:lstStyle>
            <a:lvl1pPr marL="0" algn="l" defTabSz="609630" rtl="0" eaLnBrk="1" latinLnBrk="0" hangingPunct="1">
              <a:spcBef>
                <a:spcPts val="0"/>
              </a:spcBef>
              <a:defRPr lang="en-DE" sz="4800" b="1" kern="120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" panose="02000503000000020004" pitchFamily="34" charset="0"/>
              </a:defRPr>
            </a:lvl1pPr>
          </a:lstStyle>
          <a:p>
            <a:pPr lvl="0"/>
            <a:r>
              <a:rPr lang="en-US"/>
              <a:t>Titel</a:t>
            </a:r>
          </a:p>
          <a:p>
            <a:pPr lvl="0"/>
            <a:r>
              <a:rPr lang="en-US"/>
              <a:t>Chapter Divider</a:t>
            </a:r>
            <a:endParaRPr lang="en-D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1B59C4-E1E6-21B8-7746-C1734118C2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336865" y="6499339"/>
            <a:ext cx="784860" cy="189551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5599954-EC6C-AEBE-A664-83BF9ED002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7588" y="0"/>
            <a:ext cx="6097587" cy="6316663"/>
          </a:xfrm>
        </p:spPr>
        <p:txBody>
          <a:bodyPr/>
          <a:lstStyle/>
          <a:p>
            <a:endParaRPr lang="en-DE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6359BCAB-C67C-A487-EC19-11B011E135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425" y="4149725"/>
            <a:ext cx="5005388" cy="719138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DD1556DE-34CD-FE6E-0E9B-4C1E5A19DB39}"/>
              </a:ext>
            </a:extLst>
          </p:cNvPr>
          <p:cNvSpPr txBox="1"/>
          <p:nvPr userDrawn="1"/>
        </p:nvSpPr>
        <p:spPr bwMode="black">
          <a:xfrm>
            <a:off x="11677169" y="6520706"/>
            <a:ext cx="18114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1000" b="0" i="0" noProof="0" smtClean="0">
                <a:solidFill>
                  <a:schemeClr val="bg1"/>
                </a:solidFill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8BAE25-7042-7C96-88B0-4DD28A7D6B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8100000">
            <a:off x="320623" y="532356"/>
            <a:ext cx="616550" cy="616550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9BDB1E30-C36A-BF75-105C-5C2F9E29F044}"/>
              </a:ext>
            </a:extLst>
          </p:cNvPr>
          <p:cNvSpPr/>
          <p:nvPr userDrawn="1"/>
        </p:nvSpPr>
        <p:spPr>
          <a:xfrm flipV="1">
            <a:off x="1588" y="6317109"/>
            <a:ext cx="12193587" cy="1"/>
          </a:xfrm>
          <a:prstGeom prst="line">
            <a:avLst/>
          </a:prstGeom>
          <a:ln w="15875" cap="rnd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986327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83078A3-DB1C-BA8C-3DB8-80C657E074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1276598"/>
            <a:ext cx="5040313" cy="2487365"/>
          </a:xfrm>
        </p:spPr>
        <p:txBody>
          <a:bodyPr anchor="b"/>
          <a:lstStyle>
            <a:lvl1pPr marL="0" algn="l" defTabSz="609630" rtl="0" eaLnBrk="1" latinLnBrk="0" hangingPunct="1">
              <a:spcBef>
                <a:spcPts val="0"/>
              </a:spcBef>
              <a:defRPr lang="en-DE" sz="4800" b="1" kern="1200" dirty="0">
                <a:solidFill>
                  <a:sysClr val="windowText" lastClr="000000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" panose="02000503000000020004" pitchFamily="34" charset="0"/>
              </a:defRPr>
            </a:lvl1pPr>
          </a:lstStyle>
          <a:p>
            <a:pPr lvl="0"/>
            <a:r>
              <a:rPr lang="en-US"/>
              <a:t>Titel</a:t>
            </a:r>
          </a:p>
          <a:p>
            <a:pPr lvl="0"/>
            <a:r>
              <a:rPr lang="en-US"/>
              <a:t>Chapter Divider</a:t>
            </a:r>
            <a:endParaRPr lang="en-D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1B59C4-E1E6-21B8-7746-C1734118C2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336865" y="6499339"/>
            <a:ext cx="784860" cy="189551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5599954-EC6C-AEBE-A664-83BF9ED002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7588" y="0"/>
            <a:ext cx="6097587" cy="6316663"/>
          </a:xfrm>
        </p:spPr>
        <p:txBody>
          <a:bodyPr/>
          <a:lstStyle/>
          <a:p>
            <a:endParaRPr lang="en-DE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6359BCAB-C67C-A487-EC19-11B011E135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425" y="4149725"/>
            <a:ext cx="5005388" cy="719138"/>
          </a:xfrm>
        </p:spPr>
        <p:txBody>
          <a:bodyPr/>
          <a:lstStyle>
            <a:lvl1pPr>
              <a:defRPr b="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F50BA335-4305-5EC2-26BA-096FB9C6577C}"/>
              </a:ext>
            </a:extLst>
          </p:cNvPr>
          <p:cNvSpPr txBox="1"/>
          <p:nvPr userDrawn="1"/>
        </p:nvSpPr>
        <p:spPr bwMode="black">
          <a:xfrm>
            <a:off x="11728466" y="6520706"/>
            <a:ext cx="12984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10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4592A1-E396-DCBD-2BE4-A1A8A9185A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8100000">
            <a:off x="320623" y="532356"/>
            <a:ext cx="616550" cy="616550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48A17AE2-9FC9-60DA-D2F5-ADC0DE7CBFA0}"/>
              </a:ext>
            </a:extLst>
          </p:cNvPr>
          <p:cNvSpPr/>
          <p:nvPr userDrawn="1"/>
        </p:nvSpPr>
        <p:spPr>
          <a:xfrm flipV="1">
            <a:off x="1588" y="6317109"/>
            <a:ext cx="12193587" cy="1"/>
          </a:xfrm>
          <a:prstGeom prst="line">
            <a:avLst/>
          </a:prstGeom>
          <a:ln w="15875" cap="rnd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70851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Divider P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83078A3-DB1C-BA8C-3DB8-80C657E074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1276598"/>
            <a:ext cx="5040313" cy="2487365"/>
          </a:xfrm>
        </p:spPr>
        <p:txBody>
          <a:bodyPr anchor="b"/>
          <a:lstStyle>
            <a:lvl1pPr marL="0" algn="l" defTabSz="609630" rtl="0" eaLnBrk="1" latinLnBrk="0" hangingPunct="1">
              <a:spcBef>
                <a:spcPts val="0"/>
              </a:spcBef>
              <a:defRPr lang="en-DE" sz="4800" b="1" kern="120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" panose="02000503000000020004" pitchFamily="34" charset="0"/>
              </a:defRPr>
            </a:lvl1pPr>
          </a:lstStyle>
          <a:p>
            <a:pPr lvl="0"/>
            <a:r>
              <a:rPr lang="en-US"/>
              <a:t>Titel</a:t>
            </a:r>
          </a:p>
          <a:p>
            <a:pPr lvl="0"/>
            <a:r>
              <a:rPr lang="en-US"/>
              <a:t>Chapter Divider</a:t>
            </a:r>
            <a:endParaRPr lang="en-D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1B59C4-E1E6-21B8-7746-C1734118C2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336865" y="6499339"/>
            <a:ext cx="784860" cy="189551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5599954-EC6C-AEBE-A664-83BF9ED002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7588" y="0"/>
            <a:ext cx="6097587" cy="6316663"/>
          </a:xfrm>
        </p:spPr>
        <p:txBody>
          <a:bodyPr/>
          <a:lstStyle/>
          <a:p>
            <a:endParaRPr lang="en-DE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6359BCAB-C67C-A487-EC19-11B011E135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425" y="4149725"/>
            <a:ext cx="5005388" cy="719138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DB9A74DC-B324-2A88-EBFF-C4A82BDDD767}"/>
              </a:ext>
            </a:extLst>
          </p:cNvPr>
          <p:cNvSpPr txBox="1"/>
          <p:nvPr userDrawn="1"/>
        </p:nvSpPr>
        <p:spPr bwMode="black">
          <a:xfrm>
            <a:off x="11677169" y="6520706"/>
            <a:ext cx="18114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1000" b="0" i="0" noProof="0" smtClean="0">
                <a:solidFill>
                  <a:schemeClr val="bg1"/>
                </a:solidFill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49115D-F901-961B-4BAC-1F663A9A96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8100000">
            <a:off x="320623" y="532356"/>
            <a:ext cx="616550" cy="616550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12893809-8164-7128-7D35-99A1D0E6C52A}"/>
              </a:ext>
            </a:extLst>
          </p:cNvPr>
          <p:cNvSpPr/>
          <p:nvPr userDrawn="1"/>
        </p:nvSpPr>
        <p:spPr>
          <a:xfrm flipV="1">
            <a:off x="1588" y="6317109"/>
            <a:ext cx="12193587" cy="1"/>
          </a:xfrm>
          <a:prstGeom prst="line">
            <a:avLst/>
          </a:prstGeom>
          <a:ln w="15875" cap="rnd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89153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336550" y="1268760"/>
            <a:ext cx="11185200" cy="720378"/>
          </a:xfrm>
        </p:spPr>
        <p:txBody>
          <a:bodyPr anchor="t" anchorCtr="0">
            <a:noAutofit/>
          </a:bodyPr>
          <a:lstStyle>
            <a:lvl1pPr>
              <a:defRPr sz="4800" b="0" i="0">
                <a:solidFill>
                  <a:schemeClr val="tx1"/>
                </a:solidFill>
                <a:latin typeface="Inter" panose="020005030000000200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721503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  <p15:guide id="5" orient="horz" pos="125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4EBE91B-B139-0B62-5415-7B35BB1333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550" y="549274"/>
            <a:ext cx="11186476" cy="71948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noProof="0"/>
              <a:t>Insert page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053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336550" y="1989137"/>
            <a:ext cx="11522075" cy="396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36550" y="549274"/>
            <a:ext cx="11186476" cy="71948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noProof="0"/>
              <a:t>Insert page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58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Divider P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91B59C4-E1E6-21B8-7746-C1734118C2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336865" y="6499339"/>
            <a:ext cx="784860" cy="189551"/>
          </a:xfrm>
          <a:prstGeom prst="rect">
            <a:avLst/>
          </a:prstGeom>
        </p:spPr>
      </p:pic>
      <p:sp>
        <p:nvSpPr>
          <p:cNvPr id="2" name="Slide number">
            <a:extLst>
              <a:ext uri="{FF2B5EF4-FFF2-40B4-BE49-F238E27FC236}">
                <a16:creationId xmlns:a16="http://schemas.microsoft.com/office/drawing/2014/main" id="{4D4DB9A3-3086-4253-CEE7-BCD47D540EC3}"/>
              </a:ext>
            </a:extLst>
          </p:cNvPr>
          <p:cNvSpPr txBox="1"/>
          <p:nvPr userDrawn="1"/>
        </p:nvSpPr>
        <p:spPr bwMode="black">
          <a:xfrm>
            <a:off x="11728466" y="6520706"/>
            <a:ext cx="12984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10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684B17D6-136F-EB8E-3598-63D9A7EFFCCD}"/>
              </a:ext>
            </a:extLst>
          </p:cNvPr>
          <p:cNvSpPr/>
          <p:nvPr userDrawn="1"/>
        </p:nvSpPr>
        <p:spPr>
          <a:xfrm flipV="1">
            <a:off x="1588" y="6317109"/>
            <a:ext cx="12193587" cy="1"/>
          </a:xfrm>
          <a:prstGeom prst="line">
            <a:avLst/>
          </a:prstGeom>
          <a:ln w="15875" cap="rnd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111E0D33-A026-971A-6B3B-AA1EF47248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550" y="1989137"/>
            <a:ext cx="11522075" cy="396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FB14FF0-0AA9-327C-A627-F275A5A1F3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550" y="549274"/>
            <a:ext cx="11186476" cy="71948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noProof="0"/>
              <a:t>Insert page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885502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Divider P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91B59C4-E1E6-21B8-7746-C1734118C2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336865" y="6499339"/>
            <a:ext cx="784860" cy="189551"/>
          </a:xfrm>
          <a:prstGeom prst="rect">
            <a:avLst/>
          </a:prstGeom>
        </p:spPr>
      </p:pic>
      <p:sp>
        <p:nvSpPr>
          <p:cNvPr id="2" name="Slide number">
            <a:extLst>
              <a:ext uri="{FF2B5EF4-FFF2-40B4-BE49-F238E27FC236}">
                <a16:creationId xmlns:a16="http://schemas.microsoft.com/office/drawing/2014/main" id="{4D4DB9A3-3086-4253-CEE7-BCD47D540EC3}"/>
              </a:ext>
            </a:extLst>
          </p:cNvPr>
          <p:cNvSpPr txBox="1"/>
          <p:nvPr userDrawn="1"/>
        </p:nvSpPr>
        <p:spPr bwMode="black">
          <a:xfrm>
            <a:off x="11728466" y="6520706"/>
            <a:ext cx="12984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10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684B17D6-136F-EB8E-3598-63D9A7EFFCCD}"/>
              </a:ext>
            </a:extLst>
          </p:cNvPr>
          <p:cNvSpPr/>
          <p:nvPr userDrawn="1"/>
        </p:nvSpPr>
        <p:spPr>
          <a:xfrm flipV="1">
            <a:off x="1588" y="6317109"/>
            <a:ext cx="12193587" cy="1"/>
          </a:xfrm>
          <a:prstGeom prst="line">
            <a:avLst/>
          </a:prstGeom>
          <a:ln w="15875" cap="rnd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111E0D33-A026-971A-6B3B-AA1EF47248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550" y="1989137"/>
            <a:ext cx="11522075" cy="396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FB14FF0-0AA9-327C-A627-F275A5A1F3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550" y="549274"/>
            <a:ext cx="11186476" cy="71948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noProof="0"/>
              <a:t>Insert page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07292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vider P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91B59C4-E1E6-21B8-7746-C1734118C2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336865" y="6499339"/>
            <a:ext cx="784860" cy="189551"/>
          </a:xfrm>
          <a:prstGeom prst="rect">
            <a:avLst/>
          </a:prstGeom>
        </p:spPr>
      </p:pic>
      <p:sp>
        <p:nvSpPr>
          <p:cNvPr id="2" name="Slide number">
            <a:extLst>
              <a:ext uri="{FF2B5EF4-FFF2-40B4-BE49-F238E27FC236}">
                <a16:creationId xmlns:a16="http://schemas.microsoft.com/office/drawing/2014/main" id="{DD1556DE-34CD-FE6E-0E9B-4C1E5A19DB39}"/>
              </a:ext>
            </a:extLst>
          </p:cNvPr>
          <p:cNvSpPr txBox="1"/>
          <p:nvPr userDrawn="1"/>
        </p:nvSpPr>
        <p:spPr bwMode="black">
          <a:xfrm>
            <a:off x="11677169" y="6520706"/>
            <a:ext cx="18114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1000" b="0" i="0" noProof="0" smtClean="0">
                <a:solidFill>
                  <a:schemeClr val="bg1"/>
                </a:solidFill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9BDB1E30-C36A-BF75-105C-5C2F9E29F044}"/>
              </a:ext>
            </a:extLst>
          </p:cNvPr>
          <p:cNvSpPr/>
          <p:nvPr userDrawn="1"/>
        </p:nvSpPr>
        <p:spPr>
          <a:xfrm flipV="1">
            <a:off x="1588" y="6317109"/>
            <a:ext cx="12193587" cy="1"/>
          </a:xfrm>
          <a:prstGeom prst="line">
            <a:avLst/>
          </a:prstGeom>
          <a:ln w="15875" cap="rnd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F1721FDF-0277-6852-9C2C-AB4E0253F6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550" y="1989137"/>
            <a:ext cx="11522075" cy="39608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1CD35317-5E78-015F-0339-7C8BFED4E1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550" y="549274"/>
            <a:ext cx="11186476" cy="71948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Insert page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97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Divider P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91B59C4-E1E6-21B8-7746-C1734118C2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336865" y="6499339"/>
            <a:ext cx="784860" cy="189551"/>
          </a:xfrm>
          <a:prstGeom prst="rect">
            <a:avLst/>
          </a:prstGeom>
        </p:spPr>
      </p:pic>
      <p:sp>
        <p:nvSpPr>
          <p:cNvPr id="2" name="Slide number">
            <a:extLst>
              <a:ext uri="{FF2B5EF4-FFF2-40B4-BE49-F238E27FC236}">
                <a16:creationId xmlns:a16="http://schemas.microsoft.com/office/drawing/2014/main" id="{DD1556DE-34CD-FE6E-0E9B-4C1E5A19DB39}"/>
              </a:ext>
            </a:extLst>
          </p:cNvPr>
          <p:cNvSpPr txBox="1"/>
          <p:nvPr userDrawn="1"/>
        </p:nvSpPr>
        <p:spPr bwMode="black">
          <a:xfrm>
            <a:off x="11677169" y="6520706"/>
            <a:ext cx="18114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1000" b="0" i="0" noProof="0" smtClean="0">
                <a:solidFill>
                  <a:schemeClr val="bg1"/>
                </a:solidFill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9BDB1E30-C36A-BF75-105C-5C2F9E29F044}"/>
              </a:ext>
            </a:extLst>
          </p:cNvPr>
          <p:cNvSpPr/>
          <p:nvPr userDrawn="1"/>
        </p:nvSpPr>
        <p:spPr>
          <a:xfrm flipV="1">
            <a:off x="1588" y="6317109"/>
            <a:ext cx="12193587" cy="1"/>
          </a:xfrm>
          <a:prstGeom prst="line">
            <a:avLst/>
          </a:prstGeom>
          <a:ln w="15875" cap="rnd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F1721FDF-0277-6852-9C2C-AB4E0253F6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550" y="1989137"/>
            <a:ext cx="11522075" cy="39608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1CD35317-5E78-015F-0339-7C8BFED4E1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550" y="549274"/>
            <a:ext cx="11186476" cy="71948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Insert page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2582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2477" y="1989137"/>
            <a:ext cx="5495450" cy="3960813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336550" y="1989137"/>
            <a:ext cx="5495450" cy="3960813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36549" y="549274"/>
            <a:ext cx="11521377" cy="719485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noProof="0"/>
              <a:t>Insert page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76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3674" userDrawn="1">
          <p15:clr>
            <a:srgbClr val="FBAE40"/>
          </p15:clr>
        </p15:guide>
        <p15:guide id="5" pos="400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F328F-3CB1-6902-8897-B07A2E4AA9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65" y="568538"/>
            <a:ext cx="5040642" cy="5381412"/>
          </a:xfrm>
        </p:spPr>
        <p:txBody>
          <a:bodyPr anchor="ctr"/>
          <a:lstStyle/>
          <a:p>
            <a:r>
              <a:rPr lang="en-US" noProof="0"/>
              <a:t>Insert page title</a:t>
            </a:r>
            <a:endParaRPr lang="en-DE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B1E8F67B-8B18-6A2E-F728-946DFA9AA5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7588" y="568538"/>
            <a:ext cx="5760722" cy="5381412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636452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2477" y="1989137"/>
            <a:ext cx="5496148" cy="3960813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336549" y="1989138"/>
            <a:ext cx="5495925" cy="39608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53829" y="549274"/>
            <a:ext cx="11504796" cy="719485"/>
          </a:xfrm>
        </p:spPr>
        <p:txBody>
          <a:bodyPr/>
          <a:lstStyle/>
          <a:p>
            <a:r>
              <a:rPr lang="en-US" noProof="0"/>
              <a:t>Insert page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485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pos="367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8" orient="horz" pos="397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257827" y="1989138"/>
            <a:ext cx="3600450" cy="396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297387" y="1989137"/>
            <a:ext cx="3600450" cy="396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336550" y="1989137"/>
            <a:ext cx="3600450" cy="396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337452" y="549274"/>
            <a:ext cx="11520473" cy="719485"/>
          </a:xfrm>
        </p:spPr>
        <p:txBody>
          <a:bodyPr/>
          <a:lstStyle/>
          <a:p>
            <a:r>
              <a:rPr lang="en-US" noProof="0"/>
              <a:t>Insert page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5381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pos="2480" userDrawn="1">
          <p15:clr>
            <a:srgbClr val="FBAE40"/>
          </p15:clr>
        </p15:guide>
        <p15:guide id="4" pos="2717" userDrawn="1">
          <p15:clr>
            <a:srgbClr val="FBAE40"/>
          </p15:clr>
        </p15:guide>
        <p15:guide id="5" pos="4964" userDrawn="1">
          <p15:clr>
            <a:srgbClr val="FBAE40"/>
          </p15:clr>
        </p15:guide>
        <p15:guide id="6" pos="520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50000" y="4365104"/>
            <a:ext cx="5484263" cy="1584846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2476" y="1989137"/>
            <a:ext cx="5484263" cy="215994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347737" y="4365104"/>
            <a:ext cx="5484263" cy="1584846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347737" y="1989137"/>
            <a:ext cx="5484263" cy="215994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336550" y="559116"/>
            <a:ext cx="11522075" cy="709643"/>
          </a:xfrm>
        </p:spPr>
        <p:txBody>
          <a:bodyPr/>
          <a:lstStyle/>
          <a:p>
            <a:r>
              <a:rPr lang="en-US" noProof="0"/>
              <a:t>Insert page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8091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750" userDrawn="1">
          <p15:clr>
            <a:srgbClr val="FBAE40"/>
          </p15:clr>
        </p15:guide>
        <p15:guide id="8" pos="3682" userDrawn="1">
          <p15:clr>
            <a:srgbClr val="FBAE40"/>
          </p15:clr>
        </p15:guide>
        <p15:guide id="9" pos="400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9277" y="4149725"/>
            <a:ext cx="3559348" cy="180022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308294" y="1989138"/>
            <a:ext cx="3560763" cy="185352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22420" y="4149725"/>
            <a:ext cx="3560763" cy="180022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22421" y="1989138"/>
            <a:ext cx="3560763" cy="185352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336550" y="4149725"/>
            <a:ext cx="3558650" cy="180022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336549" y="1989139"/>
            <a:ext cx="3560763" cy="185352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336549" y="549275"/>
            <a:ext cx="11522075" cy="719486"/>
          </a:xfrm>
        </p:spPr>
        <p:txBody>
          <a:bodyPr/>
          <a:lstStyle/>
          <a:p>
            <a:r>
              <a:rPr lang="en-US" noProof="0"/>
              <a:t>Insert page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12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pos="2455" userDrawn="1">
          <p15:clr>
            <a:srgbClr val="FBAE40"/>
          </p15:clr>
        </p15:guide>
        <p15:guide id="4" pos="2707" userDrawn="1">
          <p15:clr>
            <a:srgbClr val="FBAE40"/>
          </p15:clr>
        </p15:guide>
        <p15:guide id="5" pos="4975" userDrawn="1">
          <p15:clr>
            <a:srgbClr val="FBAE40"/>
          </p15:clr>
        </p15:guide>
        <p15:guide id="6" pos="5227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61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4877" y="3877200"/>
            <a:ext cx="2583748" cy="207275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4877" y="1989137"/>
            <a:ext cx="2583748" cy="1430525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95567" y="3877200"/>
            <a:ext cx="2583748" cy="207275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95567" y="1989137"/>
            <a:ext cx="2583748" cy="1430525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16257" y="3877200"/>
            <a:ext cx="2583748" cy="207275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16257" y="1989137"/>
            <a:ext cx="2583748" cy="1430525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336947" y="3877200"/>
            <a:ext cx="2583748" cy="207275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336947" y="1989137"/>
            <a:ext cx="2583748" cy="1430525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354989" y="549274"/>
            <a:ext cx="11503635" cy="719485"/>
          </a:xfrm>
        </p:spPr>
        <p:txBody>
          <a:bodyPr/>
          <a:lstStyle/>
          <a:p>
            <a:r>
              <a:rPr lang="en-US" noProof="0"/>
              <a:t>Insert page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063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8" pos="1840" userDrawn="1">
          <p15:clr>
            <a:srgbClr val="FBAE40"/>
          </p15:clr>
        </p15:guide>
        <p15:guide id="9" pos="2072" userDrawn="1">
          <p15:clr>
            <a:srgbClr val="FBAE40"/>
          </p15:clr>
        </p15:guide>
        <p15:guide id="10" pos="3705" userDrawn="1">
          <p15:clr>
            <a:srgbClr val="FBAE40"/>
          </p15:clr>
        </p15:guide>
        <p15:guide id="11" pos="3977" userDrawn="1">
          <p15:clr>
            <a:srgbClr val="FBAE40"/>
          </p15:clr>
        </p15:guide>
        <p15:guide id="12" pos="5610" userDrawn="1">
          <p15:clr>
            <a:srgbClr val="FBAE40"/>
          </p15:clr>
        </p15:guide>
        <p15:guide id="13" pos="5837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258175" y="0"/>
            <a:ext cx="3937000" cy="6305202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343152" y="1989138"/>
            <a:ext cx="7194297" cy="39608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43153" y="552798"/>
            <a:ext cx="7194296" cy="715962"/>
          </a:xfrm>
        </p:spPr>
        <p:txBody>
          <a:bodyPr/>
          <a:lstStyle/>
          <a:p>
            <a:r>
              <a:rPr lang="en-US" noProof="0"/>
              <a:t>Insert page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45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pos="4748" userDrawn="1">
          <p15:clr>
            <a:srgbClr val="FBAE40"/>
          </p15:clr>
        </p15:guide>
        <p15:guide id="4" pos="5202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097588" y="0"/>
            <a:ext cx="6097587" cy="6305202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343152" y="1989138"/>
            <a:ext cx="5034355" cy="39608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43153" y="552798"/>
            <a:ext cx="5034354" cy="715962"/>
          </a:xfrm>
        </p:spPr>
        <p:txBody>
          <a:bodyPr/>
          <a:lstStyle/>
          <a:p>
            <a:r>
              <a:rPr lang="en-US" noProof="0"/>
              <a:t>Insert page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372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pos="4748" userDrawn="1">
          <p15:clr>
            <a:srgbClr val="FBAE40"/>
          </p15:clr>
        </p15:guide>
        <p15:guide id="4" pos="5202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0BD24E-BF65-28AF-407F-B244F3BADEA7}"/>
              </a:ext>
            </a:extLst>
          </p:cNvPr>
          <p:cNvSpPr/>
          <p:nvPr userDrawn="1"/>
        </p:nvSpPr>
        <p:spPr bwMode="gray">
          <a:xfrm>
            <a:off x="6097588" y="0"/>
            <a:ext cx="6097587" cy="6309320"/>
          </a:xfrm>
          <a:prstGeom prst="rect">
            <a:avLst/>
          </a:prstGeom>
          <a:solidFill>
            <a:schemeClr val="accent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Inter" panose="02000503000000020004" pitchFamily="34" charset="0"/>
              <a:cs typeface="72 Brand" pitchFamily="34" charset="-128"/>
            </a:endParaRPr>
          </a:p>
        </p:txBody>
      </p:sp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457627" y="549275"/>
            <a:ext cx="5400998" cy="5400676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343152" y="2708920"/>
            <a:ext cx="5034355" cy="324103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43153" y="552798"/>
            <a:ext cx="5034354" cy="715962"/>
          </a:xfrm>
        </p:spPr>
        <p:txBody>
          <a:bodyPr/>
          <a:lstStyle/>
          <a:p>
            <a:r>
              <a:rPr lang="en-US" noProof="0"/>
              <a:t>Insert page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601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pos="4748" userDrawn="1">
          <p15:clr>
            <a:srgbClr val="FBAE40"/>
          </p15:clr>
        </p15:guide>
        <p15:guide id="4" pos="5202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0BD24E-BF65-28AF-407F-B244F3BADEA7}"/>
              </a:ext>
            </a:extLst>
          </p:cNvPr>
          <p:cNvSpPr/>
          <p:nvPr userDrawn="1"/>
        </p:nvSpPr>
        <p:spPr bwMode="gray">
          <a:xfrm>
            <a:off x="1" y="0"/>
            <a:ext cx="7537449" cy="6310800"/>
          </a:xfrm>
          <a:prstGeom prst="rect">
            <a:avLst/>
          </a:prstGeom>
          <a:solidFill>
            <a:schemeClr val="tx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Inter" panose="02000503000000020004" pitchFamily="34" charset="0"/>
              <a:cs typeface="72 Brand" pitchFamily="34" charset="-128"/>
            </a:endParaRPr>
          </a:p>
        </p:txBody>
      </p:sp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7537449" y="0"/>
            <a:ext cx="4657726" cy="630932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343152" y="1989138"/>
            <a:ext cx="3162147" cy="39608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43153" y="552798"/>
            <a:ext cx="5034354" cy="71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Insert page title</a:t>
            </a:r>
            <a:endParaRPr lang="en-US"/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5E5F3158-244F-199A-7BF3-AD6D60D253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937347" y="1989138"/>
            <a:ext cx="3162147" cy="39608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86270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pos="4748" userDrawn="1">
          <p15:clr>
            <a:srgbClr val="FBAE40"/>
          </p15:clr>
        </p15:guide>
        <p15:guide id="4" pos="5202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0BD24E-BF65-28AF-407F-B244F3BADEA7}"/>
              </a:ext>
            </a:extLst>
          </p:cNvPr>
          <p:cNvSpPr/>
          <p:nvPr userDrawn="1"/>
        </p:nvSpPr>
        <p:spPr bwMode="gray">
          <a:xfrm>
            <a:off x="1" y="0"/>
            <a:ext cx="6097587" cy="630932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Inter" panose="02000503000000020004" pitchFamily="34" charset="0"/>
              <a:cs typeface="72 Brand" pitchFamily="34" charset="-128"/>
            </a:endParaRPr>
          </a:p>
        </p:txBody>
      </p:sp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097588" y="0"/>
            <a:ext cx="6097587" cy="630932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343152" y="2708920"/>
            <a:ext cx="5034355" cy="324103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43153" y="552798"/>
            <a:ext cx="5034354" cy="715962"/>
          </a:xfrm>
        </p:spPr>
        <p:txBody>
          <a:bodyPr/>
          <a:lstStyle/>
          <a:p>
            <a:r>
              <a:rPr lang="en-US" noProof="0"/>
              <a:t>Insert page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536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pos="4748" userDrawn="1">
          <p15:clr>
            <a:srgbClr val="FBAE40"/>
          </p15:clr>
        </p15:guide>
        <p15:guide id="4" pos="5202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0BD24E-BF65-28AF-407F-B244F3BADEA7}"/>
              </a:ext>
            </a:extLst>
          </p:cNvPr>
          <p:cNvSpPr/>
          <p:nvPr userDrawn="1"/>
        </p:nvSpPr>
        <p:spPr bwMode="gray">
          <a:xfrm>
            <a:off x="5377506" y="0"/>
            <a:ext cx="6817669" cy="6309320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Inter" panose="02000503000000020004" pitchFamily="34" charset="0"/>
              <a:cs typeface="72 Brand" pitchFamily="34" charset="-128"/>
            </a:endParaRPr>
          </a:p>
        </p:txBody>
      </p:sp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5377505" cy="630932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6097588" y="2708920"/>
            <a:ext cx="5034355" cy="324103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6097589" y="552798"/>
            <a:ext cx="5034354" cy="715962"/>
          </a:xfrm>
        </p:spPr>
        <p:txBody>
          <a:bodyPr/>
          <a:lstStyle/>
          <a:p>
            <a:r>
              <a:rPr lang="en-US" noProof="0"/>
              <a:t>Insert page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4530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pos="4748" userDrawn="1">
          <p15:clr>
            <a:srgbClr val="FBAE40"/>
          </p15:clr>
        </p15:guide>
        <p15:guide id="4" pos="5202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097588" y="0"/>
            <a:ext cx="6097587" cy="3140968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343152" y="1989138"/>
            <a:ext cx="5034355" cy="39608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43153" y="552798"/>
            <a:ext cx="5034354" cy="715962"/>
          </a:xfrm>
        </p:spPr>
        <p:txBody>
          <a:bodyPr/>
          <a:lstStyle/>
          <a:p>
            <a:r>
              <a:rPr lang="en-US" noProof="0"/>
              <a:t>Insert page title</a:t>
            </a:r>
            <a:endParaRPr lang="en-US"/>
          </a:p>
        </p:txBody>
      </p:sp>
      <p:sp>
        <p:nvSpPr>
          <p:cNvPr id="4" name="Picture Placeholder 1/3 right">
            <a:extLst>
              <a:ext uri="{FF2B5EF4-FFF2-40B4-BE49-F238E27FC236}">
                <a16:creationId xmlns:a16="http://schemas.microsoft.com/office/drawing/2014/main" id="{80015C49-BFDC-360C-854D-6B98A727646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6097588" y="3168352"/>
            <a:ext cx="6097587" cy="3140968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26186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pos="4748" userDrawn="1">
          <p15:clr>
            <a:srgbClr val="FBAE40"/>
          </p15:clr>
        </p15:guide>
        <p15:guide id="4" pos="5202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657428" y="0"/>
            <a:ext cx="3744415" cy="630932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343152" y="2708920"/>
            <a:ext cx="3954235" cy="324103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43153" y="552798"/>
            <a:ext cx="3954234" cy="715962"/>
          </a:xfrm>
        </p:spPr>
        <p:txBody>
          <a:bodyPr/>
          <a:lstStyle/>
          <a:p>
            <a:r>
              <a:rPr lang="en-US" noProof="0"/>
              <a:t>Insert page title</a:t>
            </a:r>
            <a:endParaRPr lang="en-US"/>
          </a:p>
        </p:txBody>
      </p:sp>
      <p:sp>
        <p:nvSpPr>
          <p:cNvPr id="9" name="Picture Placeholder 1/3 right">
            <a:extLst>
              <a:ext uri="{FF2B5EF4-FFF2-40B4-BE49-F238E27FC236}">
                <a16:creationId xmlns:a16="http://schemas.microsoft.com/office/drawing/2014/main" id="{07BDF1F8-7036-27E0-2B6D-1544BEBF9C0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8421835" y="3816"/>
            <a:ext cx="3773340" cy="6305202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40457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pos="4748" userDrawn="1">
          <p15:clr>
            <a:srgbClr val="FBAE40"/>
          </p15:clr>
        </p15:guide>
        <p15:guide id="4" pos="5202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336865" y="1628775"/>
            <a:ext cx="11521760" cy="4321175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336865" y="560175"/>
            <a:ext cx="11521760" cy="708585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Insert page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194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592752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336550" y="549275"/>
            <a:ext cx="9361438" cy="4319885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600"/>
              </a:spcBef>
              <a:buNone/>
              <a:defRPr sz="5999" b="1" i="0">
                <a:latin typeface="+mj-lt"/>
              </a:defRPr>
            </a:lvl1pPr>
            <a:lvl2pPr marL="395921" indent="0">
              <a:buNone/>
              <a:defRPr sz="1600"/>
            </a:lvl2pPr>
          </a:lstStyle>
          <a:p>
            <a:pPr lvl="0"/>
            <a:r>
              <a:rPr lang="en-US" noProof="0"/>
              <a:t>“Quote goes here </a:t>
            </a:r>
            <a:br>
              <a:rPr lang="en-US" noProof="0"/>
            </a:br>
            <a:r>
              <a:rPr lang="en-US" noProof="0"/>
              <a:t>and here.”</a:t>
            </a:r>
          </a:p>
        </p:txBody>
      </p:sp>
      <p:sp>
        <p:nvSpPr>
          <p:cNvPr id="2" name="Quote placeholder">
            <a:extLst>
              <a:ext uri="{FF2B5EF4-FFF2-40B4-BE49-F238E27FC236}">
                <a16:creationId xmlns:a16="http://schemas.microsoft.com/office/drawing/2014/main" id="{EFB9A7D4-097C-C809-9573-C3A860C81F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1" y="5086350"/>
            <a:ext cx="5761037" cy="502890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600"/>
              </a:spcBef>
              <a:buNone/>
              <a:defRPr sz="1800" b="0" i="0">
                <a:latin typeface="Inter" panose="02000503000000020004" pitchFamily="2" charset="0"/>
              </a:defRPr>
            </a:lvl1pPr>
            <a:lvl2pPr marL="395921" indent="0">
              <a:buNone/>
              <a:defRPr sz="1600"/>
            </a:lvl2pPr>
          </a:lstStyle>
          <a:p>
            <a:pPr lvl="0"/>
            <a:r>
              <a:rPr lang="en-US" noProof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2627722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3203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1092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, Contact and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336550" y="3429000"/>
            <a:ext cx="5761038" cy="2520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800" b="0" i="0">
                <a:latin typeface="+mn-lt"/>
              </a:rPr>
              <a:t>Contact information: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550" y="2005638"/>
            <a:ext cx="5761038" cy="1080145"/>
          </a:xfrm>
        </p:spPr>
        <p:txBody>
          <a:bodyPr/>
          <a:lstStyle>
            <a:lvl1pPr>
              <a:defRPr sz="5400" b="1" i="0">
                <a:latin typeface="+mj-lt"/>
              </a:defRPr>
            </a:lvl1pPr>
          </a:lstStyle>
          <a:p>
            <a:r>
              <a:rPr lang="en-GB"/>
              <a:t>Let’s connect!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17813C-5A68-712B-644A-5768A83FCB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6865" y="6499339"/>
            <a:ext cx="784860" cy="1895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DBA9A9-2B48-918F-F00E-F4759011A1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8900000">
            <a:off x="11258001" y="5349054"/>
            <a:ext cx="616550" cy="616550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14B79E13-16EE-2262-7A5F-ABD07B2EB048}"/>
              </a:ext>
            </a:extLst>
          </p:cNvPr>
          <p:cNvSpPr/>
          <p:nvPr userDrawn="1"/>
        </p:nvSpPr>
        <p:spPr>
          <a:xfrm flipV="1">
            <a:off x="1588" y="6317109"/>
            <a:ext cx="12193587" cy="1"/>
          </a:xfrm>
          <a:prstGeom prst="line">
            <a:avLst/>
          </a:prstGeom>
          <a:ln w="15875" cap="rnd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24864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8" pos="3841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White cover - Four Speak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>
            <a:extLst>
              <a:ext uri="{FF2B5EF4-FFF2-40B4-BE49-F238E27FC236}">
                <a16:creationId xmlns:a16="http://schemas.microsoft.com/office/drawing/2014/main" id="{A9D77739-BA85-1F68-BBCF-38A7C11F7CBE}"/>
              </a:ext>
            </a:extLst>
          </p:cNvPr>
          <p:cNvSpPr/>
          <p:nvPr userDrawn="1"/>
        </p:nvSpPr>
        <p:spPr>
          <a:xfrm>
            <a:off x="6837239" y="-2794"/>
            <a:ext cx="5358447" cy="6319902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DE" sz="1400">
              <a:solidFill>
                <a:schemeClr val="bg2"/>
              </a:solidFill>
              <a:latin typeface="Inter" panose="02000503000000020004" pitchFamily="34" charset="0"/>
            </a:endParaRP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DF91BB11-B14C-F13E-AE48-7AA24AA6CE99}"/>
              </a:ext>
            </a:extLst>
          </p:cNvPr>
          <p:cNvSpPr txBox="1"/>
          <p:nvPr userDrawn="1"/>
        </p:nvSpPr>
        <p:spPr>
          <a:xfrm>
            <a:off x="361650" y="6475935"/>
            <a:ext cx="2632536" cy="223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06"/>
              </a:lnSpc>
              <a:spcBef>
                <a:spcPct val="0"/>
              </a:spcBef>
            </a:pPr>
            <a:r>
              <a:rPr lang="de-DE" sz="1400" b="1">
                <a:solidFill>
                  <a:schemeClr val="bg1"/>
                </a:solidFill>
                <a:latin typeface="+mj-lt"/>
              </a:rPr>
              <a:t>8. </a:t>
            </a:r>
            <a:r>
              <a:rPr lang="de-DE" sz="1400" b="1" err="1">
                <a:solidFill>
                  <a:schemeClr val="bg1"/>
                </a:solidFill>
                <a:latin typeface="+mj-lt"/>
              </a:rPr>
              <a:t>July</a:t>
            </a:r>
            <a:r>
              <a:rPr lang="de-DE" sz="1400" b="1">
                <a:solidFill>
                  <a:schemeClr val="bg1"/>
                </a:solidFill>
                <a:latin typeface="+mj-lt"/>
              </a:rPr>
              <a:t> 2025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336550" y="1308445"/>
            <a:ext cx="5021263" cy="2552356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5400" b="1" i="0">
                <a:solidFill>
                  <a:schemeClr val="tx1"/>
                </a:solidFill>
                <a:latin typeface="+mj-lt"/>
                <a:ea typeface="Inter" panose="02000503000000020004" pitchFamily="34" charset="0"/>
                <a:cs typeface="Inter" panose="020005030000000200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511D1E-27A8-8929-3F02-A3AC0A2245E6}"/>
              </a:ext>
            </a:extLst>
          </p:cNvPr>
          <p:cNvGrpSpPr/>
          <p:nvPr userDrawn="1"/>
        </p:nvGrpSpPr>
        <p:grpSpPr>
          <a:xfrm>
            <a:off x="353064" y="549275"/>
            <a:ext cx="2866302" cy="428178"/>
            <a:chOff x="350965" y="552069"/>
            <a:chExt cx="2866302" cy="42817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0BEC809-EBB2-53F6-6113-E164EEF52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4341" y="552069"/>
              <a:ext cx="1772926" cy="42817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AB681E6-4F58-C987-0CC9-D54085ED242B}"/>
                </a:ext>
              </a:extLst>
            </p:cNvPr>
            <p:cNvGrpSpPr/>
            <p:nvPr/>
          </p:nvGrpSpPr>
          <p:grpSpPr>
            <a:xfrm>
              <a:off x="350965" y="552069"/>
              <a:ext cx="847384" cy="428178"/>
              <a:chOff x="4243270" y="3003603"/>
              <a:chExt cx="3708285" cy="1873775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6E631D69-4F5B-FB34-F2B4-C2EB05E7D3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3619" y="3003603"/>
                <a:ext cx="3707936" cy="850794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C9C4CEE8-759C-572C-9BB1-630B05DC34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3270" y="4013885"/>
                <a:ext cx="3707936" cy="863493"/>
              </a:xfrm>
              <a:prstGeom prst="rect">
                <a:avLst/>
              </a:prstGeom>
            </p:spPr>
          </p:pic>
        </p:grpSp>
      </p:grp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1E078C8-DACD-3938-3BE7-11770AE898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425" y="4149725"/>
            <a:ext cx="5005388" cy="719138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3E8D8486-8BCB-7750-F60A-AB1D831108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80415" y="2070268"/>
            <a:ext cx="2160240" cy="287052"/>
          </a:xfrm>
        </p:spPr>
        <p:txBody>
          <a:bodyPr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35315996-4DD9-E0C5-67C0-3B11D12C78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80415" y="2438153"/>
            <a:ext cx="2160240" cy="632073"/>
          </a:xfrm>
        </p:spPr>
        <p:txBody>
          <a:bodyPr/>
          <a:lstStyle>
            <a:lvl1pPr algn="ctr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Job Position, </a:t>
            </a:r>
            <a:br>
              <a:rPr lang="en-US"/>
            </a:br>
            <a:r>
              <a:rPr lang="en-US"/>
              <a:t>Company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70C52A-7753-9D72-B739-9DB9C08E54E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2700000">
            <a:off x="320623" y="5327546"/>
            <a:ext cx="616550" cy="616550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B6A54D25-6560-DA10-0A51-36C20CAF951D}"/>
              </a:ext>
            </a:extLst>
          </p:cNvPr>
          <p:cNvSpPr/>
          <p:nvPr userDrawn="1"/>
        </p:nvSpPr>
        <p:spPr>
          <a:xfrm flipV="1">
            <a:off x="1588" y="6317109"/>
            <a:ext cx="12193587" cy="0"/>
          </a:xfrm>
          <a:prstGeom prst="line">
            <a:avLst/>
          </a:prstGeom>
          <a:ln w="15875" cap="rnd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CF94325F-086A-5776-1C4D-2C962F977B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53673" y="2072970"/>
            <a:ext cx="2160240" cy="287052"/>
          </a:xfrm>
        </p:spPr>
        <p:txBody>
          <a:bodyPr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BC5A8D88-4A83-265F-CE2B-87D465EAA5A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553673" y="2438153"/>
            <a:ext cx="2160240" cy="632073"/>
          </a:xfrm>
        </p:spPr>
        <p:txBody>
          <a:bodyPr/>
          <a:lstStyle>
            <a:lvl1pPr algn="ctr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Job Position, 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061E4E13-6FC4-831B-C2A9-4F968A0EED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80712" y="4949992"/>
            <a:ext cx="2160240" cy="287052"/>
          </a:xfrm>
        </p:spPr>
        <p:txBody>
          <a:bodyPr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AE9E0DD9-C696-C78F-CDB2-1A30EE1A0D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80712" y="5317877"/>
            <a:ext cx="2160240" cy="632073"/>
          </a:xfrm>
        </p:spPr>
        <p:txBody>
          <a:bodyPr/>
          <a:lstStyle>
            <a:lvl1pPr algn="ctr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Job Position, 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8503F963-EA6A-51EA-E4BB-F4110B9D13E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53970" y="4952694"/>
            <a:ext cx="2160240" cy="287052"/>
          </a:xfrm>
        </p:spPr>
        <p:txBody>
          <a:bodyPr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F652804B-D133-7D9F-EABF-22DE993179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3970" y="5317877"/>
            <a:ext cx="2160240" cy="632073"/>
          </a:xfrm>
        </p:spPr>
        <p:txBody>
          <a:bodyPr/>
          <a:lstStyle>
            <a:lvl1pPr algn="ctr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Job Position, 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10" name="Picture Placeholder 25">
            <a:extLst>
              <a:ext uri="{FF2B5EF4-FFF2-40B4-BE49-F238E27FC236}">
                <a16:creationId xmlns:a16="http://schemas.microsoft.com/office/drawing/2014/main" id="{F37A39DE-92F1-D51E-4B42-96957BFA99A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40455" y="566062"/>
            <a:ext cx="1440160" cy="1438939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DE"/>
          </a:p>
        </p:txBody>
      </p:sp>
      <p:sp>
        <p:nvSpPr>
          <p:cNvPr id="11" name="Picture Placeholder 25">
            <a:extLst>
              <a:ext uri="{FF2B5EF4-FFF2-40B4-BE49-F238E27FC236}">
                <a16:creationId xmlns:a16="http://schemas.microsoft.com/office/drawing/2014/main" id="{FCFC7B8E-D9E8-3022-41B2-047161AA4C6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914011" y="550199"/>
            <a:ext cx="1440160" cy="1438939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DE"/>
          </a:p>
        </p:txBody>
      </p:sp>
      <p:sp>
        <p:nvSpPr>
          <p:cNvPr id="12" name="Picture Placeholder 25">
            <a:extLst>
              <a:ext uri="{FF2B5EF4-FFF2-40B4-BE49-F238E27FC236}">
                <a16:creationId xmlns:a16="http://schemas.microsoft.com/office/drawing/2014/main" id="{472F4864-BC0A-0B56-B805-C8F9B2722EB8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740455" y="3444863"/>
            <a:ext cx="1440160" cy="1438939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DE"/>
          </a:p>
        </p:txBody>
      </p:sp>
      <p:sp>
        <p:nvSpPr>
          <p:cNvPr id="25" name="Picture Placeholder 25">
            <a:extLst>
              <a:ext uri="{FF2B5EF4-FFF2-40B4-BE49-F238E27FC236}">
                <a16:creationId xmlns:a16="http://schemas.microsoft.com/office/drawing/2014/main" id="{AEBF49A5-F18C-F1F6-B36D-84CC869B02B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914011" y="3429000"/>
            <a:ext cx="1440160" cy="1438939"/>
          </a:xfrm>
          <a:prstGeom prst="ellipse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293729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nect and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550" y="2005638"/>
            <a:ext cx="5761038" cy="1080145"/>
          </a:xfrm>
        </p:spPr>
        <p:txBody>
          <a:bodyPr/>
          <a:lstStyle>
            <a:lvl1pPr>
              <a:defRPr sz="5400" b="1" i="0">
                <a:latin typeface="+mj-lt"/>
              </a:defRPr>
            </a:lvl1pPr>
          </a:lstStyle>
          <a:p>
            <a:r>
              <a:rPr lang="en-GB"/>
              <a:t>Let’s connect!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17813C-5A68-712B-644A-5768A83FCB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6865" y="6499339"/>
            <a:ext cx="784860" cy="1895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DBA9A9-2B48-918F-F00E-F4759011A1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8900000">
            <a:off x="11258001" y="5349054"/>
            <a:ext cx="616550" cy="616550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14B79E13-16EE-2262-7A5F-ABD07B2EB048}"/>
              </a:ext>
            </a:extLst>
          </p:cNvPr>
          <p:cNvSpPr/>
          <p:nvPr userDrawn="1"/>
        </p:nvSpPr>
        <p:spPr>
          <a:xfrm flipV="1">
            <a:off x="1588" y="6317109"/>
            <a:ext cx="12193587" cy="1"/>
          </a:xfrm>
          <a:prstGeom prst="line">
            <a:avLst/>
          </a:prstGeom>
          <a:ln w="15875" cap="rnd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E64930-0282-DA8A-F315-2D80833C7B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6550" y="3429000"/>
            <a:ext cx="5761037" cy="252094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Contact information: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6927141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8" pos="384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79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4.xml"/><Relationship Id="rId63" Type="http://schemas.openxmlformats.org/officeDocument/2006/relationships/tags" Target="../tags/tag25.xml"/><Relationship Id="rId84" Type="http://schemas.openxmlformats.org/officeDocument/2006/relationships/tags" Target="../tags/tag46.xml"/><Relationship Id="rId138" Type="http://schemas.openxmlformats.org/officeDocument/2006/relationships/tags" Target="../tags/tag100.xml"/><Relationship Id="rId159" Type="http://schemas.openxmlformats.org/officeDocument/2006/relationships/tags" Target="../tags/tag121.xml"/><Relationship Id="rId107" Type="http://schemas.openxmlformats.org/officeDocument/2006/relationships/tags" Target="../tags/tag69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tags" Target="../tags/tag15.xml"/><Relationship Id="rId74" Type="http://schemas.openxmlformats.org/officeDocument/2006/relationships/tags" Target="../tags/tag36.xml"/><Relationship Id="rId128" Type="http://schemas.openxmlformats.org/officeDocument/2006/relationships/tags" Target="../tags/tag90.xml"/><Relationship Id="rId149" Type="http://schemas.openxmlformats.org/officeDocument/2006/relationships/tags" Target="../tags/tag111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57.xml"/><Relationship Id="rId160" Type="http://schemas.openxmlformats.org/officeDocument/2006/relationships/tags" Target="../tags/tag122.xml"/><Relationship Id="rId22" Type="http://schemas.openxmlformats.org/officeDocument/2006/relationships/slideLayout" Target="../slideLayouts/slideLayout22.xml"/><Relationship Id="rId43" Type="http://schemas.openxmlformats.org/officeDocument/2006/relationships/tags" Target="../tags/tag5.xml"/><Relationship Id="rId64" Type="http://schemas.openxmlformats.org/officeDocument/2006/relationships/tags" Target="../tags/tag26.xml"/><Relationship Id="rId118" Type="http://schemas.openxmlformats.org/officeDocument/2006/relationships/tags" Target="../tags/tag80.xml"/><Relationship Id="rId139" Type="http://schemas.openxmlformats.org/officeDocument/2006/relationships/tags" Target="../tags/tag101.xml"/><Relationship Id="rId85" Type="http://schemas.openxmlformats.org/officeDocument/2006/relationships/tags" Target="../tags/tag47.xml"/><Relationship Id="rId150" Type="http://schemas.openxmlformats.org/officeDocument/2006/relationships/tags" Target="../tags/tag112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tags" Target="../tags/tag21.xml"/><Relationship Id="rId103" Type="http://schemas.openxmlformats.org/officeDocument/2006/relationships/tags" Target="../tags/tag65.xml"/><Relationship Id="rId108" Type="http://schemas.openxmlformats.org/officeDocument/2006/relationships/tags" Target="../tags/tag70.xml"/><Relationship Id="rId124" Type="http://schemas.openxmlformats.org/officeDocument/2006/relationships/tags" Target="../tags/tag86.xml"/><Relationship Id="rId129" Type="http://schemas.openxmlformats.org/officeDocument/2006/relationships/tags" Target="../tags/tag91.xml"/><Relationship Id="rId54" Type="http://schemas.openxmlformats.org/officeDocument/2006/relationships/tags" Target="../tags/tag16.xml"/><Relationship Id="rId70" Type="http://schemas.openxmlformats.org/officeDocument/2006/relationships/tags" Target="../tags/tag32.xml"/><Relationship Id="rId75" Type="http://schemas.openxmlformats.org/officeDocument/2006/relationships/tags" Target="../tags/tag37.xml"/><Relationship Id="rId91" Type="http://schemas.openxmlformats.org/officeDocument/2006/relationships/tags" Target="../tags/tag53.xml"/><Relationship Id="rId96" Type="http://schemas.openxmlformats.org/officeDocument/2006/relationships/tags" Target="../tags/tag58.xml"/><Relationship Id="rId140" Type="http://schemas.openxmlformats.org/officeDocument/2006/relationships/tags" Target="../tags/tag102.xml"/><Relationship Id="rId145" Type="http://schemas.openxmlformats.org/officeDocument/2006/relationships/tags" Target="../tags/tag107.xml"/><Relationship Id="rId161" Type="http://schemas.openxmlformats.org/officeDocument/2006/relationships/tags" Target="../tags/tag12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tags" Target="../tags/tag11.xml"/><Relationship Id="rId114" Type="http://schemas.openxmlformats.org/officeDocument/2006/relationships/tags" Target="../tags/tag76.xml"/><Relationship Id="rId119" Type="http://schemas.openxmlformats.org/officeDocument/2006/relationships/tags" Target="../tags/tag81.xml"/><Relationship Id="rId44" Type="http://schemas.openxmlformats.org/officeDocument/2006/relationships/tags" Target="../tags/tag6.xml"/><Relationship Id="rId60" Type="http://schemas.openxmlformats.org/officeDocument/2006/relationships/tags" Target="../tags/tag22.xml"/><Relationship Id="rId65" Type="http://schemas.openxmlformats.org/officeDocument/2006/relationships/tags" Target="../tags/tag27.xml"/><Relationship Id="rId81" Type="http://schemas.openxmlformats.org/officeDocument/2006/relationships/tags" Target="../tags/tag43.xml"/><Relationship Id="rId86" Type="http://schemas.openxmlformats.org/officeDocument/2006/relationships/tags" Target="../tags/tag48.xml"/><Relationship Id="rId130" Type="http://schemas.openxmlformats.org/officeDocument/2006/relationships/tags" Target="../tags/tag92.xml"/><Relationship Id="rId135" Type="http://schemas.openxmlformats.org/officeDocument/2006/relationships/tags" Target="../tags/tag97.xml"/><Relationship Id="rId151" Type="http://schemas.openxmlformats.org/officeDocument/2006/relationships/tags" Target="../tags/tag113.xml"/><Relationship Id="rId156" Type="http://schemas.openxmlformats.org/officeDocument/2006/relationships/tags" Target="../tags/tag11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heme" Target="../theme/theme1.xml"/><Relationship Id="rId109" Type="http://schemas.openxmlformats.org/officeDocument/2006/relationships/tags" Target="../tags/tag71.xml"/><Relationship Id="rId34" Type="http://schemas.openxmlformats.org/officeDocument/2006/relationships/slideLayout" Target="../slideLayouts/slideLayout34.xml"/><Relationship Id="rId50" Type="http://schemas.openxmlformats.org/officeDocument/2006/relationships/tags" Target="../tags/tag12.xml"/><Relationship Id="rId55" Type="http://schemas.openxmlformats.org/officeDocument/2006/relationships/tags" Target="../tags/tag17.xml"/><Relationship Id="rId76" Type="http://schemas.openxmlformats.org/officeDocument/2006/relationships/tags" Target="../tags/tag38.xml"/><Relationship Id="rId97" Type="http://schemas.openxmlformats.org/officeDocument/2006/relationships/tags" Target="../tags/tag59.xml"/><Relationship Id="rId104" Type="http://schemas.openxmlformats.org/officeDocument/2006/relationships/tags" Target="../tags/tag66.xml"/><Relationship Id="rId120" Type="http://schemas.openxmlformats.org/officeDocument/2006/relationships/tags" Target="../tags/tag82.xml"/><Relationship Id="rId125" Type="http://schemas.openxmlformats.org/officeDocument/2006/relationships/tags" Target="../tags/tag87.xml"/><Relationship Id="rId141" Type="http://schemas.openxmlformats.org/officeDocument/2006/relationships/tags" Target="../tags/tag103.xml"/><Relationship Id="rId146" Type="http://schemas.openxmlformats.org/officeDocument/2006/relationships/tags" Target="../tags/tag108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33.xml"/><Relationship Id="rId92" Type="http://schemas.openxmlformats.org/officeDocument/2006/relationships/tags" Target="../tags/tag54.xml"/><Relationship Id="rId162" Type="http://schemas.openxmlformats.org/officeDocument/2006/relationships/tags" Target="../tags/tag124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tags" Target="../tags/tag2.xml"/><Relationship Id="rId45" Type="http://schemas.openxmlformats.org/officeDocument/2006/relationships/tags" Target="../tags/tag7.xml"/><Relationship Id="rId66" Type="http://schemas.openxmlformats.org/officeDocument/2006/relationships/tags" Target="../tags/tag28.xml"/><Relationship Id="rId87" Type="http://schemas.openxmlformats.org/officeDocument/2006/relationships/tags" Target="../tags/tag49.xml"/><Relationship Id="rId110" Type="http://schemas.openxmlformats.org/officeDocument/2006/relationships/tags" Target="../tags/tag72.xml"/><Relationship Id="rId115" Type="http://schemas.openxmlformats.org/officeDocument/2006/relationships/tags" Target="../tags/tag77.xml"/><Relationship Id="rId131" Type="http://schemas.openxmlformats.org/officeDocument/2006/relationships/tags" Target="../tags/tag93.xml"/><Relationship Id="rId136" Type="http://schemas.openxmlformats.org/officeDocument/2006/relationships/tags" Target="../tags/tag98.xml"/><Relationship Id="rId157" Type="http://schemas.openxmlformats.org/officeDocument/2006/relationships/tags" Target="../tags/tag119.xml"/><Relationship Id="rId61" Type="http://schemas.openxmlformats.org/officeDocument/2006/relationships/tags" Target="../tags/tag23.xml"/><Relationship Id="rId82" Type="http://schemas.openxmlformats.org/officeDocument/2006/relationships/tags" Target="../tags/tag44.xml"/><Relationship Id="rId152" Type="http://schemas.openxmlformats.org/officeDocument/2006/relationships/tags" Target="../tags/tag114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tags" Target="../tags/tag18.xml"/><Relationship Id="rId77" Type="http://schemas.openxmlformats.org/officeDocument/2006/relationships/tags" Target="../tags/tag39.xml"/><Relationship Id="rId100" Type="http://schemas.openxmlformats.org/officeDocument/2006/relationships/tags" Target="../tags/tag62.xml"/><Relationship Id="rId105" Type="http://schemas.openxmlformats.org/officeDocument/2006/relationships/tags" Target="../tags/tag67.xml"/><Relationship Id="rId126" Type="http://schemas.openxmlformats.org/officeDocument/2006/relationships/tags" Target="../tags/tag88.xml"/><Relationship Id="rId147" Type="http://schemas.openxmlformats.org/officeDocument/2006/relationships/tags" Target="../tags/tag109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13.xml"/><Relationship Id="rId72" Type="http://schemas.openxmlformats.org/officeDocument/2006/relationships/tags" Target="../tags/tag34.xml"/><Relationship Id="rId93" Type="http://schemas.openxmlformats.org/officeDocument/2006/relationships/tags" Target="../tags/tag55.xml"/><Relationship Id="rId98" Type="http://schemas.openxmlformats.org/officeDocument/2006/relationships/tags" Target="../tags/tag60.xml"/><Relationship Id="rId121" Type="http://schemas.openxmlformats.org/officeDocument/2006/relationships/tags" Target="../tags/tag83.xml"/><Relationship Id="rId142" Type="http://schemas.openxmlformats.org/officeDocument/2006/relationships/tags" Target="../tags/tag104.xml"/><Relationship Id="rId16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tags" Target="../tags/tag8.xml"/><Relationship Id="rId67" Type="http://schemas.openxmlformats.org/officeDocument/2006/relationships/tags" Target="../tags/tag29.xml"/><Relationship Id="rId116" Type="http://schemas.openxmlformats.org/officeDocument/2006/relationships/tags" Target="../tags/tag78.xml"/><Relationship Id="rId137" Type="http://schemas.openxmlformats.org/officeDocument/2006/relationships/tags" Target="../tags/tag99.xml"/><Relationship Id="rId158" Type="http://schemas.openxmlformats.org/officeDocument/2006/relationships/tags" Target="../tags/tag120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3.xml"/><Relationship Id="rId62" Type="http://schemas.openxmlformats.org/officeDocument/2006/relationships/tags" Target="../tags/tag24.xml"/><Relationship Id="rId83" Type="http://schemas.openxmlformats.org/officeDocument/2006/relationships/tags" Target="../tags/tag45.xml"/><Relationship Id="rId88" Type="http://schemas.openxmlformats.org/officeDocument/2006/relationships/tags" Target="../tags/tag50.xml"/><Relationship Id="rId111" Type="http://schemas.openxmlformats.org/officeDocument/2006/relationships/tags" Target="../tags/tag73.xml"/><Relationship Id="rId132" Type="http://schemas.openxmlformats.org/officeDocument/2006/relationships/tags" Target="../tags/tag94.xml"/><Relationship Id="rId153" Type="http://schemas.openxmlformats.org/officeDocument/2006/relationships/tags" Target="../tags/tag115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tags" Target="../tags/tag19.xml"/><Relationship Id="rId106" Type="http://schemas.openxmlformats.org/officeDocument/2006/relationships/tags" Target="../tags/tag68.xml"/><Relationship Id="rId127" Type="http://schemas.openxmlformats.org/officeDocument/2006/relationships/tags" Target="../tags/tag89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tags" Target="../tags/tag14.xml"/><Relationship Id="rId73" Type="http://schemas.openxmlformats.org/officeDocument/2006/relationships/tags" Target="../tags/tag35.xml"/><Relationship Id="rId78" Type="http://schemas.openxmlformats.org/officeDocument/2006/relationships/tags" Target="../tags/tag40.xml"/><Relationship Id="rId94" Type="http://schemas.openxmlformats.org/officeDocument/2006/relationships/tags" Target="../tags/tag56.xml"/><Relationship Id="rId99" Type="http://schemas.openxmlformats.org/officeDocument/2006/relationships/tags" Target="../tags/tag61.xml"/><Relationship Id="rId101" Type="http://schemas.openxmlformats.org/officeDocument/2006/relationships/tags" Target="../tags/tag63.xml"/><Relationship Id="rId122" Type="http://schemas.openxmlformats.org/officeDocument/2006/relationships/tags" Target="../tags/tag84.xml"/><Relationship Id="rId143" Type="http://schemas.openxmlformats.org/officeDocument/2006/relationships/tags" Target="../tags/tag105.xml"/><Relationship Id="rId148" Type="http://schemas.openxmlformats.org/officeDocument/2006/relationships/tags" Target="../tags/tag1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tags" Target="../tags/tag9.xml"/><Relationship Id="rId68" Type="http://schemas.openxmlformats.org/officeDocument/2006/relationships/tags" Target="../tags/tag30.xml"/><Relationship Id="rId89" Type="http://schemas.openxmlformats.org/officeDocument/2006/relationships/tags" Target="../tags/tag51.xml"/><Relationship Id="rId112" Type="http://schemas.openxmlformats.org/officeDocument/2006/relationships/tags" Target="../tags/tag74.xml"/><Relationship Id="rId133" Type="http://schemas.openxmlformats.org/officeDocument/2006/relationships/tags" Target="../tags/tag95.xml"/><Relationship Id="rId154" Type="http://schemas.openxmlformats.org/officeDocument/2006/relationships/tags" Target="../tags/tag116.xml"/><Relationship Id="rId16" Type="http://schemas.openxmlformats.org/officeDocument/2006/relationships/slideLayout" Target="../slideLayouts/slideLayout16.xml"/><Relationship Id="rId37" Type="http://schemas.openxmlformats.org/officeDocument/2006/relationships/slideLayout" Target="../slideLayouts/slideLayout37.xml"/><Relationship Id="rId58" Type="http://schemas.openxmlformats.org/officeDocument/2006/relationships/tags" Target="../tags/tag20.xml"/><Relationship Id="rId79" Type="http://schemas.openxmlformats.org/officeDocument/2006/relationships/tags" Target="../tags/tag41.xml"/><Relationship Id="rId102" Type="http://schemas.openxmlformats.org/officeDocument/2006/relationships/tags" Target="../tags/tag64.xml"/><Relationship Id="rId123" Type="http://schemas.openxmlformats.org/officeDocument/2006/relationships/tags" Target="../tags/tag85.xml"/><Relationship Id="rId144" Type="http://schemas.openxmlformats.org/officeDocument/2006/relationships/tags" Target="../tags/tag106.xml"/><Relationship Id="rId90" Type="http://schemas.openxmlformats.org/officeDocument/2006/relationships/tags" Target="../tags/tag52.xml"/><Relationship Id="rId27" Type="http://schemas.openxmlformats.org/officeDocument/2006/relationships/slideLayout" Target="../slideLayouts/slideLayout27.xml"/><Relationship Id="rId48" Type="http://schemas.openxmlformats.org/officeDocument/2006/relationships/tags" Target="../tags/tag10.xml"/><Relationship Id="rId69" Type="http://schemas.openxmlformats.org/officeDocument/2006/relationships/tags" Target="../tags/tag31.xml"/><Relationship Id="rId113" Type="http://schemas.openxmlformats.org/officeDocument/2006/relationships/tags" Target="../tags/tag75.xml"/><Relationship Id="rId134" Type="http://schemas.openxmlformats.org/officeDocument/2006/relationships/tags" Target="../tags/tag96.xml"/><Relationship Id="rId80" Type="http://schemas.openxmlformats.org/officeDocument/2006/relationships/tags" Target="../tags/tag42.xml"/><Relationship Id="rId155" Type="http://schemas.openxmlformats.org/officeDocument/2006/relationships/tags" Target="../tags/tag1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728466" y="6520706"/>
            <a:ext cx="12984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10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336864" y="1988839"/>
            <a:ext cx="11521445" cy="3961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336865" y="560174"/>
            <a:ext cx="11521444" cy="99661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noProof="0"/>
              <a:t>Insert page title 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40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6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6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6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Inter" panose="02000503000000020004" pitchFamily="2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41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5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5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5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5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5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Inter" panose="02000503000000020004" pitchFamily="2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42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Inter" panose="02000503000000020004" pitchFamily="2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Inter" panose="02000503000000020004" pitchFamily="2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43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Inter" panose="02000503000000020004" pitchFamily="2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Inter" panose="02000503000000020004" pitchFamily="2" charset="0"/>
                <a:ea typeface="Inter" panose="02000503000000020004" pitchFamily="2" charset="0"/>
                <a:cs typeface="72 Brand" pitchFamily="34" charset="-128"/>
              </a:rPr>
              <a:t>(r) Footnote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34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71105" y="896920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3344" y="1097679"/>
            <a:ext cx="2479101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Inter" panose="02000503000000020004" pitchFamily="2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Inter" panose="02000503000000020004" pitchFamily="2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Inter" panose="02000503000000020004" pitchFamily="2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Inter" panose="02000503000000020004" pitchFamily="2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Inter" panose="02000503000000020004" pitchFamily="2" charset="0"/>
              </a:rPr>
              <a:t>&lt;/date&gt;: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Inter" panose="02000503000000020004" pitchFamily="2" charset="0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3344" y="1097671"/>
            <a:ext cx="2479101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Inter" panose="02000503000000020004" pitchFamily="2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Inter" panose="02000503000000020004" pitchFamily="2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Inter" panose="02000503000000020004" pitchFamily="2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Inter" panose="02000503000000020004" pitchFamily="2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Inter" panose="02000503000000020004" pitchFamily="2" charset="0"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6643" y="2819462"/>
            <a:ext cx="6361889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72 Brand" pitchFamily="34" charset="-128"/>
              </a:rPr>
              <a:t>DRAFT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E94CE9-C035-912F-FF2C-DDD6294AC571}"/>
              </a:ext>
            </a:extLst>
          </p:cNvPr>
          <p:cNvPicPr>
            <a:picLocks noChangeAspect="1"/>
          </p:cNvPicPr>
          <p:nvPr userDrawn="1"/>
        </p:nvPicPr>
        <p:blipFill>
          <a:blip r:embed="rId163"/>
          <a:stretch>
            <a:fillRect/>
          </a:stretch>
        </p:blipFill>
        <p:spPr>
          <a:xfrm>
            <a:off x="336865" y="6499339"/>
            <a:ext cx="784860" cy="189551"/>
          </a:xfrm>
          <a:prstGeom prst="rect">
            <a:avLst/>
          </a:prstGeom>
        </p:spPr>
      </p:pic>
      <p:sp>
        <p:nvSpPr>
          <p:cNvPr id="12" name="AutoShape 2">
            <a:extLst>
              <a:ext uri="{FF2B5EF4-FFF2-40B4-BE49-F238E27FC236}">
                <a16:creationId xmlns:a16="http://schemas.microsoft.com/office/drawing/2014/main" id="{90483388-74D8-12FC-1ACC-89A5F2C14C21}"/>
              </a:ext>
            </a:extLst>
          </p:cNvPr>
          <p:cNvSpPr/>
          <p:nvPr userDrawn="1"/>
        </p:nvSpPr>
        <p:spPr>
          <a:xfrm flipV="1">
            <a:off x="-167108" y="6314400"/>
            <a:ext cx="12361490" cy="0"/>
          </a:xfrm>
          <a:prstGeom prst="line">
            <a:avLst/>
          </a:prstGeom>
          <a:ln w="15875" cap="rnd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3933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6" r:id="rId1"/>
    <p:sldLayoutId id="2147483842" r:id="rId2"/>
    <p:sldLayoutId id="2147483840" r:id="rId3"/>
    <p:sldLayoutId id="2147483841" r:id="rId4"/>
    <p:sldLayoutId id="2147483807" r:id="rId5"/>
    <p:sldLayoutId id="2147483808" r:id="rId6"/>
    <p:sldLayoutId id="2147483836" r:id="rId7"/>
    <p:sldLayoutId id="2147483837" r:id="rId8"/>
    <p:sldLayoutId id="2147483838" r:id="rId9"/>
    <p:sldLayoutId id="2147483809" r:id="rId10"/>
    <p:sldLayoutId id="2147483811" r:id="rId11"/>
    <p:sldLayoutId id="2147483812" r:id="rId12"/>
    <p:sldLayoutId id="2147483843" r:id="rId13"/>
    <p:sldLayoutId id="2147483845" r:id="rId14"/>
    <p:sldLayoutId id="2147483839" r:id="rId15"/>
    <p:sldLayoutId id="2147483844" r:id="rId16"/>
    <p:sldLayoutId id="2147483813" r:id="rId17"/>
    <p:sldLayoutId id="2147483826" r:id="rId18"/>
    <p:sldLayoutId id="2147483821" r:id="rId19"/>
    <p:sldLayoutId id="2147483814" r:id="rId20"/>
    <p:sldLayoutId id="2147483815" r:id="rId21"/>
    <p:sldLayoutId id="2147483816" r:id="rId22"/>
    <p:sldLayoutId id="2147483817" r:id="rId23"/>
    <p:sldLayoutId id="2147483819" r:id="rId24"/>
    <p:sldLayoutId id="2147483827" r:id="rId25"/>
    <p:sldLayoutId id="2147483828" r:id="rId26"/>
    <p:sldLayoutId id="2147483831" r:id="rId27"/>
    <p:sldLayoutId id="2147483829" r:id="rId28"/>
    <p:sldLayoutId id="2147483830" r:id="rId29"/>
    <p:sldLayoutId id="2147483833" r:id="rId30"/>
    <p:sldLayoutId id="2147483834" r:id="rId31"/>
    <p:sldLayoutId id="2147483822" r:id="rId32"/>
    <p:sldLayoutId id="2147483820" r:id="rId33"/>
    <p:sldLayoutId id="2147483818" r:id="rId34"/>
    <p:sldLayoutId id="2147483823" r:id="rId35"/>
    <p:sldLayoutId id="2147483824" r:id="rId36"/>
    <p:sldLayoutId id="2147483846" r:id="rId37"/>
    <p:sldLayoutId id="2147483847" r:id="rId38"/>
  </p:sldLayoutIdLst>
  <p:transition>
    <p:fade/>
  </p:transition>
  <p:hf hdr="0" ftr="0" dt="0"/>
  <p:txStyles>
    <p:titleStyle>
      <a:lvl1pPr algn="l" defTabSz="1088558" rtl="0" eaLnBrk="1" latinLnBrk="0" hangingPunct="1">
        <a:spcBef>
          <a:spcPct val="0"/>
        </a:spcBef>
        <a:buNone/>
        <a:defRPr sz="32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Tx/>
        <a:buSzPct val="80000"/>
        <a:buFont typeface="72 Brand" panose="02000000000000000000" pitchFamily="2" charset="0"/>
        <a:buChar char="​"/>
        <a:defRPr sz="1800" b="1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80000"/>
        <a:buFont typeface="Courier New" panose="02070309020205020404" pitchFamily="49" charset="0"/>
        <a:buChar char="o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2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7470" userDrawn="1">
          <p15:clr>
            <a:srgbClr val="F26B43"/>
          </p15:clr>
        </p15:guide>
        <p15:guide id="4" orient="horz" pos="4156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2432" userDrawn="1">
          <p15:clr>
            <a:srgbClr val="F26B43"/>
          </p15:clr>
        </p15:guide>
        <p15:guide id="7" orient="horz" pos="3748" userDrawn="1">
          <p15:clr>
            <a:srgbClr val="F26B43"/>
          </p15:clr>
        </p15:guide>
        <p15:guide id="8" orient="horz" pos="125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P-samples/ui5con-2025-theming-workshop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0F6B72D-CD68-C352-DA25-AFE8D108D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solidFill>
                  <a:schemeClr val="bg1"/>
                </a:solidFill>
              </a:rPr>
              <a:t>Themable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products</a:t>
            </a:r>
            <a:endParaRPr lang="en-DE">
              <a:solidFill>
                <a:schemeClr val="bg1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354E035-CF67-0F70-A446-9F880351DC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err="1">
                <a:solidFill>
                  <a:schemeClr val="bg1"/>
                </a:solidFill>
              </a:rPr>
              <a:t>with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theming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parameters</a:t>
            </a:r>
            <a:r>
              <a:rPr lang="de-DE">
                <a:solidFill>
                  <a:schemeClr val="bg1"/>
                </a:solidFill>
              </a:rPr>
              <a:t> and modern CSS</a:t>
            </a:r>
            <a:endParaRPr lang="en-DE">
              <a:solidFill>
                <a:schemeClr val="bg1"/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8CFC8BC-DAF1-9CF1-D705-52EEDED158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/>
              <a:t>Barbara Hartel</a:t>
            </a:r>
            <a:endParaRPr lang="en-DE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DAEC982-4C4C-60B7-9F77-2D2AD1E103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err="1"/>
              <a:t>Product</a:t>
            </a:r>
            <a:r>
              <a:rPr lang="de-DE"/>
              <a:t> Expert, SAP SE</a:t>
            </a:r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3E8C428-9BAE-02FE-1E6F-C63E32476AF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/>
              <a:t>Andreas Rößler</a:t>
            </a:r>
            <a:endParaRPr lang="en-DE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62D71AE-C77D-4393-4C3C-A912ED9E2ED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err="1"/>
              <a:t>Principal</a:t>
            </a:r>
            <a:r>
              <a:rPr lang="de-DE"/>
              <a:t> Software </a:t>
            </a:r>
            <a:r>
              <a:rPr lang="de-DE" err="1"/>
              <a:t>Architect</a:t>
            </a:r>
            <a:r>
              <a:rPr lang="de-DE"/>
              <a:t>, SAP SE</a:t>
            </a:r>
            <a:endParaRPr lang="en-DE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CC3D8F8-6242-EF4A-D639-33A0633A918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/>
              <a:t>David Klug</a:t>
            </a:r>
            <a:endParaRPr lang="en-DE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9459C7E-4B63-F06D-DA49-E8DFF72B739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de-DE"/>
              <a:t>Senior Developer, SAP SE</a:t>
            </a:r>
            <a:endParaRPr lang="en-DE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13C4C62-ED3F-5C4B-D503-FF99E5C4E04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de-DE"/>
              <a:t>Dominik Schreiber</a:t>
            </a:r>
            <a:endParaRPr lang="en-DE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F8B9410-442B-ACF5-FB4D-27D772B038E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de-DE" err="1"/>
              <a:t>Principal</a:t>
            </a:r>
            <a:r>
              <a:rPr lang="de-DE"/>
              <a:t> Software </a:t>
            </a:r>
            <a:r>
              <a:rPr lang="de-DE" err="1"/>
              <a:t>Architect</a:t>
            </a:r>
            <a:r>
              <a:rPr lang="de-DE"/>
              <a:t>, SAP SE</a:t>
            </a:r>
            <a:endParaRPr lang="en-DE"/>
          </a:p>
        </p:txBody>
      </p:sp>
      <p:pic>
        <p:nvPicPr>
          <p:cNvPr id="8" name="Picture Placeholder 7" descr="A person looking to the side&#10;&#10;AI-generated content may be incorrect.">
            <a:extLst>
              <a:ext uri="{FF2B5EF4-FFF2-40B4-BE49-F238E27FC236}">
                <a16:creationId xmlns:a16="http://schemas.microsoft.com/office/drawing/2014/main" id="{21F58777-ED4A-1AA2-CDEE-11A0D6E9423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/>
          <a:srcRect l="75" r="75"/>
          <a:stretch/>
        </p:blipFill>
        <p:spPr bwMode="black">
          <a:xfrm>
            <a:off x="7740455" y="567518"/>
            <a:ext cx="1440160" cy="1436026"/>
          </a:xfrm>
          <a:prstGeom prst="ellipse">
            <a:avLst/>
          </a:prstGeom>
        </p:spPr>
      </p:pic>
      <p:pic>
        <p:nvPicPr>
          <p:cNvPr id="7" name="Picture Placeholder 6" descr="A person taking a selfie&#10;&#10;AI-generated content may be incorrect.">
            <a:extLst>
              <a:ext uri="{FF2B5EF4-FFF2-40B4-BE49-F238E27FC236}">
                <a16:creationId xmlns:a16="http://schemas.microsoft.com/office/drawing/2014/main" id="{5C61CE29-77D0-6C6B-D6FE-830265DE6F6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4"/>
          <a:srcRect t="55" b="55"/>
          <a:stretch/>
        </p:blipFill>
        <p:spPr bwMode="black">
          <a:xfrm>
            <a:off x="9914434" y="550199"/>
            <a:ext cx="1439314" cy="1438939"/>
          </a:xfrm>
          <a:prstGeom prst="ellipse">
            <a:avLst/>
          </a:prstGeom>
        </p:spPr>
      </p:pic>
      <p:pic>
        <p:nvPicPr>
          <p:cNvPr id="5" name="Picture Placeholder 4" descr="A person wearing glasses and a green shirt&#10;&#10;AI-generated content may be incorrect.">
            <a:extLst>
              <a:ext uri="{FF2B5EF4-FFF2-40B4-BE49-F238E27FC236}">
                <a16:creationId xmlns:a16="http://schemas.microsoft.com/office/drawing/2014/main" id="{A1D27E27-AFC1-A66D-8162-3BD7BA4AA34E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5"/>
          <a:srcRect t="55" b="55"/>
          <a:stretch/>
        </p:blipFill>
        <p:spPr bwMode="black">
          <a:xfrm>
            <a:off x="7740878" y="3444863"/>
            <a:ext cx="1439314" cy="1438939"/>
          </a:xfrm>
          <a:prstGeom prst="ellipse">
            <a:avLst/>
          </a:prstGeom>
        </p:spPr>
      </p:pic>
      <p:pic>
        <p:nvPicPr>
          <p:cNvPr id="6" name="Picture Placeholder 5" descr="A person standing at a podium with a computer&#10;&#10;AI-generated content may be incorrect.">
            <a:extLst>
              <a:ext uri="{FF2B5EF4-FFF2-40B4-BE49-F238E27FC236}">
                <a16:creationId xmlns:a16="http://schemas.microsoft.com/office/drawing/2014/main" id="{DD9255B0-167D-55BD-7CFE-69281DEDB9FA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6"/>
          <a:srcRect t="55" b="55"/>
          <a:stretch/>
        </p:blipFill>
        <p:spPr bwMode="black">
          <a:xfrm>
            <a:off x="9914434" y="3429000"/>
            <a:ext cx="1439314" cy="143893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2313013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E8DDE-CAD0-36E1-8C4A-2CA9DA90D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432A1849-8A8F-77F4-0802-C32D856D6B4E}"/>
              </a:ext>
            </a:extLst>
          </p:cNvPr>
          <p:cNvSpPr txBox="1"/>
          <p:nvPr/>
        </p:nvSpPr>
        <p:spPr>
          <a:xfrm>
            <a:off x="336866" y="540760"/>
            <a:ext cx="3960497" cy="727999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r>
              <a:rPr lang="en-US" sz="4800" b="1">
                <a:solidFill>
                  <a:srgbClr val="1B1B1B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Telegraf Bold"/>
                <a:sym typeface="Telegraf Bold"/>
              </a:rPr>
              <a:t>Agenda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F7106B5-B5DF-7815-1F56-89BCCD4B4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65" y="6499339"/>
            <a:ext cx="784860" cy="189551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12B46532-8A5A-3529-3289-B7F429CD5EA9}"/>
              </a:ext>
            </a:extLst>
          </p:cNvPr>
          <p:cNvSpPr txBox="1"/>
          <p:nvPr/>
        </p:nvSpPr>
        <p:spPr>
          <a:xfrm>
            <a:off x="7177707" y="1272173"/>
            <a:ext cx="4320480" cy="711442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algn="l"/>
            <a:r>
              <a:rPr lang="de-DE" sz="1600" b="1" err="1">
                <a:solidFill>
                  <a:schemeClr val="accent2"/>
                </a:solidFill>
                <a:latin typeface="Inter" panose="02000503000000020004" pitchFamily="2" charset="0"/>
              </a:rPr>
              <a:t>Why</a:t>
            </a:r>
            <a:r>
              <a:rPr lang="de-DE" sz="1600">
                <a:solidFill>
                  <a:sysClr val="windowText" lastClr="000000"/>
                </a:solidFill>
                <a:latin typeface="Inter" panose="02000503000000020004" pitchFamily="2" charset="0"/>
              </a:rPr>
              <a:t> </a:t>
            </a:r>
            <a:r>
              <a:rPr lang="de-DE" sz="1600" err="1">
                <a:solidFill>
                  <a:sysClr val="windowText" lastClr="000000"/>
                </a:solidFill>
                <a:latin typeface="Inter" panose="02000503000000020004" pitchFamily="2" charset="0"/>
              </a:rPr>
              <a:t>theming</a:t>
            </a:r>
            <a:r>
              <a:rPr lang="de-DE" sz="1600">
                <a:solidFill>
                  <a:sysClr val="windowText" lastClr="000000"/>
                </a:solidFill>
                <a:latin typeface="Inter" panose="02000503000000020004" pitchFamily="2" charset="0"/>
              </a:rPr>
              <a:t> </a:t>
            </a:r>
            <a:r>
              <a:rPr lang="de-DE" sz="1600" err="1">
                <a:solidFill>
                  <a:sysClr val="windowText" lastClr="000000"/>
                </a:solidFill>
                <a:latin typeface="Inter" panose="02000503000000020004" pitchFamily="2" charset="0"/>
              </a:rPr>
              <a:t>matters</a:t>
            </a:r>
            <a:endParaRPr lang="en-DE" sz="1600">
              <a:solidFill>
                <a:sysClr val="windowText" lastClr="000000"/>
              </a:solidFill>
              <a:latin typeface="Inter" panose="02000503000000020004" pitchFamily="2" charset="0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6B5F2F0-0D63-69BA-657B-FF8B3FE7E4B6}"/>
              </a:ext>
            </a:extLst>
          </p:cNvPr>
          <p:cNvSpPr/>
          <p:nvPr/>
        </p:nvSpPr>
        <p:spPr>
          <a:xfrm>
            <a:off x="6097587" y="1264884"/>
            <a:ext cx="720080" cy="720080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16A36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Telegraf Bold"/>
                <a:sym typeface="Telegraf Bold"/>
              </a:rPr>
              <a:t>01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1126D3C-F592-F694-F6A6-330F6E0A42C0}"/>
              </a:ext>
            </a:extLst>
          </p:cNvPr>
          <p:cNvSpPr txBox="1"/>
          <p:nvPr/>
        </p:nvSpPr>
        <p:spPr>
          <a:xfrm>
            <a:off x="7177707" y="2464272"/>
            <a:ext cx="4320480" cy="72008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algn="l"/>
            <a:r>
              <a:rPr lang="de-DE" sz="1600" b="1" err="1">
                <a:solidFill>
                  <a:schemeClr val="accent2"/>
                </a:solidFill>
                <a:latin typeface="Inter" panose="02000503000000020004" pitchFamily="2" charset="0"/>
              </a:rPr>
              <a:t>How</a:t>
            </a:r>
            <a:r>
              <a:rPr lang="de-DE" sz="1600">
                <a:solidFill>
                  <a:sysClr val="windowText" lastClr="000000"/>
                </a:solidFill>
                <a:latin typeface="Inter" panose="02000503000000020004" pitchFamily="2" charset="0"/>
              </a:rPr>
              <a:t> </a:t>
            </a:r>
            <a:r>
              <a:rPr lang="de-DE" sz="1600" err="1">
                <a:solidFill>
                  <a:sysClr val="windowText" lastClr="000000"/>
                </a:solidFill>
                <a:latin typeface="Inter" panose="02000503000000020004" pitchFamily="2" charset="0"/>
              </a:rPr>
              <a:t>it</a:t>
            </a:r>
            <a:r>
              <a:rPr lang="de-DE" sz="1600">
                <a:solidFill>
                  <a:sysClr val="windowText" lastClr="000000"/>
                </a:solidFill>
                <a:latin typeface="Inter" panose="02000503000000020004" pitchFamily="2" charset="0"/>
              </a:rPr>
              <a:t> was </a:t>
            </a:r>
            <a:r>
              <a:rPr lang="de-DE" sz="1600" err="1">
                <a:solidFill>
                  <a:sysClr val="windowText" lastClr="000000"/>
                </a:solidFill>
                <a:latin typeface="Inter" panose="02000503000000020004" pitchFamily="2" charset="0"/>
              </a:rPr>
              <a:t>done</a:t>
            </a:r>
            <a:endParaRPr lang="en-DE" sz="1600">
              <a:solidFill>
                <a:sysClr val="windowText" lastClr="000000"/>
              </a:solidFill>
              <a:latin typeface="Inter" panose="02000503000000020004" pitchFamily="2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4039375-7D7C-226D-58F6-80BC783B989F}"/>
              </a:ext>
            </a:extLst>
          </p:cNvPr>
          <p:cNvSpPr txBox="1"/>
          <p:nvPr/>
        </p:nvSpPr>
        <p:spPr>
          <a:xfrm>
            <a:off x="7177707" y="3665009"/>
            <a:ext cx="4320480" cy="72008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algn="l"/>
            <a:r>
              <a:rPr lang="de-DE" sz="1600" b="1">
                <a:solidFill>
                  <a:schemeClr val="accent2"/>
                </a:solidFill>
                <a:latin typeface="Inter" panose="02000503000000020004" pitchFamily="2" charset="0"/>
              </a:rPr>
              <a:t>Use</a:t>
            </a:r>
            <a:r>
              <a:rPr lang="de-DE" sz="1600">
                <a:solidFill>
                  <a:sysClr val="windowText" lastClr="000000"/>
                </a:solidFill>
                <a:latin typeface="Inter" panose="02000503000000020004" pitchFamily="2" charset="0"/>
              </a:rPr>
              <a:t> CSS </a:t>
            </a:r>
            <a:r>
              <a:rPr lang="de-DE" sz="1600" err="1">
                <a:solidFill>
                  <a:sysClr val="windowText" lastClr="000000"/>
                </a:solidFill>
                <a:latin typeface="Inter" panose="02000503000000020004" pitchFamily="2" charset="0"/>
              </a:rPr>
              <a:t>custom</a:t>
            </a:r>
            <a:r>
              <a:rPr lang="de-DE" sz="1600">
                <a:solidFill>
                  <a:sysClr val="windowText" lastClr="000000"/>
                </a:solidFill>
                <a:latin typeface="Inter" panose="02000503000000020004" pitchFamily="2" charset="0"/>
              </a:rPr>
              <a:t> </a:t>
            </a:r>
            <a:r>
              <a:rPr lang="de-DE" sz="1600" err="1">
                <a:solidFill>
                  <a:sysClr val="windowText" lastClr="000000"/>
                </a:solidFill>
                <a:latin typeface="Inter" panose="02000503000000020004" pitchFamily="2" charset="0"/>
              </a:rPr>
              <a:t>properties</a:t>
            </a:r>
            <a:endParaRPr lang="en-DE" sz="1600">
              <a:solidFill>
                <a:sysClr val="windowText" lastClr="000000"/>
              </a:solidFill>
              <a:latin typeface="Inter" panose="02000503000000020004" pitchFamily="2" charset="0"/>
            </a:endParaRPr>
          </a:p>
        </p:txBody>
      </p:sp>
      <p:sp>
        <p:nvSpPr>
          <p:cNvPr id="40" name="TextBox 5">
            <a:extLst>
              <a:ext uri="{FF2B5EF4-FFF2-40B4-BE49-F238E27FC236}">
                <a16:creationId xmlns:a16="http://schemas.microsoft.com/office/drawing/2014/main" id="{83412C29-3C3A-461F-143C-5123AA11E623}"/>
              </a:ext>
            </a:extLst>
          </p:cNvPr>
          <p:cNvSpPr txBox="1"/>
          <p:nvPr/>
        </p:nvSpPr>
        <p:spPr>
          <a:xfrm>
            <a:off x="7177707" y="4865747"/>
            <a:ext cx="4320480" cy="72008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algn="l"/>
            <a:r>
              <a:rPr lang="de-DE" sz="1600" b="1" err="1">
                <a:solidFill>
                  <a:schemeClr val="accent2"/>
                </a:solidFill>
                <a:latin typeface="Inter" panose="02000503000000020004" pitchFamily="2" charset="0"/>
              </a:rPr>
              <a:t>What</a:t>
            </a:r>
            <a:r>
              <a:rPr lang="de-DE" sz="1600">
                <a:solidFill>
                  <a:sysClr val="windowText" lastClr="000000"/>
                </a:solidFill>
                <a:latin typeface="Inter" panose="02000503000000020004" pitchFamily="2" charset="0"/>
              </a:rPr>
              <a:t> </a:t>
            </a:r>
            <a:r>
              <a:rPr lang="de-DE" sz="1600" err="1">
                <a:solidFill>
                  <a:sysClr val="windowText" lastClr="000000"/>
                </a:solidFill>
                <a:latin typeface="Inter" panose="02000503000000020004" pitchFamily="2" charset="0"/>
              </a:rPr>
              <a:t>could</a:t>
            </a:r>
            <a:r>
              <a:rPr lang="de-DE" sz="1600">
                <a:solidFill>
                  <a:sysClr val="windowText" lastClr="000000"/>
                </a:solidFill>
                <a:latin typeface="Inter" panose="02000503000000020004" pitchFamily="2" charset="0"/>
              </a:rPr>
              <a:t> </a:t>
            </a:r>
            <a:r>
              <a:rPr lang="de-DE" sz="1600" err="1">
                <a:solidFill>
                  <a:sysClr val="windowText" lastClr="000000"/>
                </a:solidFill>
                <a:latin typeface="Inter" panose="02000503000000020004" pitchFamily="2" charset="0"/>
              </a:rPr>
              <a:t>be</a:t>
            </a:r>
            <a:r>
              <a:rPr lang="de-DE" sz="1600">
                <a:solidFill>
                  <a:sysClr val="windowText" lastClr="000000"/>
                </a:solidFill>
                <a:latin typeface="Inter" panose="02000503000000020004" pitchFamily="2" charset="0"/>
              </a:rPr>
              <a:t> </a:t>
            </a:r>
            <a:r>
              <a:rPr lang="de-DE" sz="1600" err="1">
                <a:solidFill>
                  <a:sysClr val="windowText" lastClr="000000"/>
                </a:solidFill>
                <a:latin typeface="Inter" panose="02000503000000020004" pitchFamily="2" charset="0"/>
              </a:rPr>
              <a:t>next</a:t>
            </a:r>
            <a:endParaRPr lang="en-DE" sz="1600">
              <a:solidFill>
                <a:sysClr val="windowText" lastClr="000000"/>
              </a:solidFill>
              <a:latin typeface="Inter" panose="02000503000000020004" pitchFamily="2" charset="0"/>
            </a:endParaRPr>
          </a:p>
        </p:txBody>
      </p:sp>
      <p:sp>
        <p:nvSpPr>
          <p:cNvPr id="52" name="AutoShape 2">
            <a:extLst>
              <a:ext uri="{FF2B5EF4-FFF2-40B4-BE49-F238E27FC236}">
                <a16:creationId xmlns:a16="http://schemas.microsoft.com/office/drawing/2014/main" id="{E9D797B9-44DB-6D79-B104-673B5C296BD8}"/>
              </a:ext>
            </a:extLst>
          </p:cNvPr>
          <p:cNvSpPr/>
          <p:nvPr/>
        </p:nvSpPr>
        <p:spPr>
          <a:xfrm flipV="1">
            <a:off x="1588" y="6317109"/>
            <a:ext cx="12193587" cy="1"/>
          </a:xfrm>
          <a:prstGeom prst="line">
            <a:avLst/>
          </a:prstGeom>
          <a:ln w="12700" cap="rnd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9057C0-388A-4647-04FF-2E1811097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52740" y="1628775"/>
            <a:ext cx="616550" cy="616550"/>
          </a:xfrm>
          <a:prstGeom prst="rect">
            <a:avLst/>
          </a:prstGeom>
        </p:spPr>
      </p:pic>
      <p:sp>
        <p:nvSpPr>
          <p:cNvPr id="8" name="Freeform 12">
            <a:extLst>
              <a:ext uri="{FF2B5EF4-FFF2-40B4-BE49-F238E27FC236}">
                <a16:creationId xmlns:a16="http://schemas.microsoft.com/office/drawing/2014/main" id="{317C95B2-44F2-BDA3-E52E-B3ACF1144366}"/>
              </a:ext>
            </a:extLst>
          </p:cNvPr>
          <p:cNvSpPr/>
          <p:nvPr/>
        </p:nvSpPr>
        <p:spPr>
          <a:xfrm>
            <a:off x="6097587" y="4865747"/>
            <a:ext cx="720080" cy="720080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16A36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Telegraf Bold"/>
                <a:sym typeface="Telegraf Bold"/>
              </a:rPr>
              <a:t>04</a:t>
            </a:r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CD370230-22AE-F2F1-8B98-B5F7321F8E37}"/>
              </a:ext>
            </a:extLst>
          </p:cNvPr>
          <p:cNvSpPr/>
          <p:nvPr/>
        </p:nvSpPr>
        <p:spPr>
          <a:xfrm>
            <a:off x="6097587" y="3665460"/>
            <a:ext cx="720080" cy="720080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16A36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Telegraf Bold"/>
                <a:sym typeface="Telegraf Bold"/>
              </a:rPr>
              <a:t>03</a:t>
            </a:r>
          </a:p>
        </p:txBody>
      </p:sp>
      <p:sp>
        <p:nvSpPr>
          <p:cNvPr id="22" name="Freeform 12">
            <a:extLst>
              <a:ext uri="{FF2B5EF4-FFF2-40B4-BE49-F238E27FC236}">
                <a16:creationId xmlns:a16="http://schemas.microsoft.com/office/drawing/2014/main" id="{F2FE2777-A79A-AFCB-6A83-EBCCF3C56BAF}"/>
              </a:ext>
            </a:extLst>
          </p:cNvPr>
          <p:cNvSpPr/>
          <p:nvPr/>
        </p:nvSpPr>
        <p:spPr>
          <a:xfrm>
            <a:off x="6097587" y="2465172"/>
            <a:ext cx="720080" cy="720080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16A36"/>
          </a:solidFill>
        </p:spPr>
        <p:txBody>
          <a:bodyPr anchor="ctr"/>
          <a:lstStyle/>
          <a:p>
            <a:pPr algn="ctr"/>
            <a:r>
              <a:rPr lang="en-US" sz="1800" b="1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Telegraf Bold"/>
                <a:sym typeface="Telegraf Bold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3992507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C5E97-233D-4CB7-FE0A-C3BDCAAED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1713B-B560-3FB2-79A2-78FAC48AE4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defTabSz="609630"/>
            <a:r>
              <a:rPr lang="en-US" sz="4800" b="1">
                <a:latin typeface="Inter SemiBold" panose="02000503000000020004" pitchFamily="2" charset="0"/>
                <a:ea typeface="Inter SemiBold" panose="02000503000000020004" pitchFamily="2" charset="0"/>
                <a:cs typeface="Telegraf Bold"/>
                <a:sym typeface="Telegraf Bold"/>
              </a:rPr>
              <a:t>Why</a:t>
            </a:r>
          </a:p>
        </p:txBody>
      </p:sp>
      <p:pic>
        <p:nvPicPr>
          <p:cNvPr id="36" name="Picture Placeholder 15">
            <a:extLst>
              <a:ext uri="{FF2B5EF4-FFF2-40B4-BE49-F238E27FC236}">
                <a16:creationId xmlns:a16="http://schemas.microsoft.com/office/drawing/2014/main" id="{6730978E-E2CA-EC01-B493-428DC462213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734" r="1734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50A98-7E21-1748-7409-4644BC7063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2000">
                <a:latin typeface="Inter" panose="02000503000000020004" pitchFamily="2" charset="0"/>
                <a:ea typeface="Inter" panose="02000503000000020004" pitchFamily="2" charset="0"/>
                <a:cs typeface="Muli Semi-Bold"/>
                <a:sym typeface="Muli Semi-Bold"/>
              </a:rPr>
              <a:t>theming matters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B6064F-E7BB-8170-C590-019CD2DFFAC1}"/>
              </a:ext>
            </a:extLst>
          </p:cNvPr>
          <p:cNvSpPr txBox="1"/>
          <p:nvPr/>
        </p:nvSpPr>
        <p:spPr>
          <a:xfrm>
            <a:off x="3027045" y="3221251"/>
            <a:ext cx="611505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>
              <a:latin typeface="Inter" panose="0200050300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44712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92993-9782-02A5-9A3E-2DFF689F1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D6E4FF-34FE-DB8E-6F60-8CC339DBB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"/>
            <a:ext cx="3890557" cy="632787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E39B75-6EAD-0233-17CD-900C07E12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7945" y="-3"/>
            <a:ext cx="3875948" cy="63041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7107C7-80E9-353F-90DC-24AB7B6F4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281" y="0"/>
            <a:ext cx="3890557" cy="632787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7C9020-C7F5-7CA7-5E66-F128E75A4E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9227" y="-3"/>
            <a:ext cx="3875948" cy="63041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6885418-359C-2100-9CAD-A5B436DAC890}"/>
              </a:ext>
            </a:extLst>
          </p:cNvPr>
          <p:cNvSpPr/>
          <p:nvPr/>
        </p:nvSpPr>
        <p:spPr bwMode="gray">
          <a:xfrm>
            <a:off x="-167109" y="6327875"/>
            <a:ext cx="12673408" cy="112113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bg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722364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59EB-5DCB-6D7C-A2EA-7F581A0F7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5C5DDC-EC5D-CD65-A5AB-4CEEDF014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3875948" cy="630411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F00C4B-0287-1BD3-81E0-52A8F0511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3076" y="0"/>
            <a:ext cx="3875948" cy="630411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C5E827-3715-F23B-645C-2A11141C71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6152" y="0"/>
            <a:ext cx="3875948" cy="630411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5A56EF-2B9C-1481-30E3-EE6025E908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9227" y="4613"/>
            <a:ext cx="3875948" cy="63041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8276DFA-E39D-03B3-6B8E-7C30582B0BDB}"/>
              </a:ext>
            </a:extLst>
          </p:cNvPr>
          <p:cNvSpPr/>
          <p:nvPr/>
        </p:nvSpPr>
        <p:spPr bwMode="gray">
          <a:xfrm>
            <a:off x="-167109" y="6327875"/>
            <a:ext cx="12673408" cy="112113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bg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544631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E7D2A-0A6C-9620-7222-2A0C7B0A2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1EC001-1EF2-78A9-3380-00BC07914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"/>
            <a:ext cx="3890557" cy="632787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D94C0E-4D59-8C9B-C2CC-50A44A03D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7945" y="-3"/>
            <a:ext cx="3875948" cy="63041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4AEC1D-E9D0-7BE5-10C1-DA98A09675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281" y="0"/>
            <a:ext cx="3890557" cy="632787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8D6E08-5E83-1D05-2B35-78547A1D97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9227" y="-3"/>
            <a:ext cx="3875948" cy="63041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008494C-9897-2E4E-A85B-13B683F971D0}"/>
              </a:ext>
            </a:extLst>
          </p:cNvPr>
          <p:cNvSpPr/>
          <p:nvPr/>
        </p:nvSpPr>
        <p:spPr bwMode="gray">
          <a:xfrm>
            <a:off x="-167109" y="6327875"/>
            <a:ext cx="12673408" cy="112113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bg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708364-0506-103F-F109-8B8EBB683BB5}"/>
              </a:ext>
            </a:extLst>
          </p:cNvPr>
          <p:cNvSpPr/>
          <p:nvPr/>
        </p:nvSpPr>
        <p:spPr bwMode="gray">
          <a:xfrm>
            <a:off x="-419690" y="-135959"/>
            <a:ext cx="13033448" cy="6475512"/>
          </a:xfrm>
          <a:prstGeom prst="rect">
            <a:avLst/>
          </a:prstGeom>
          <a:solidFill>
            <a:schemeClr val="bg1">
              <a:alpha val="70000"/>
            </a:schemeClr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AEDA673-4F59-F79A-448A-90D38E6DE730}"/>
              </a:ext>
            </a:extLst>
          </p:cNvPr>
          <p:cNvSpPr/>
          <p:nvPr/>
        </p:nvSpPr>
        <p:spPr bwMode="gray">
          <a:xfrm>
            <a:off x="236845" y="2718377"/>
            <a:ext cx="2304256" cy="891118"/>
          </a:xfrm>
          <a:prstGeom prst="roundRect">
            <a:avLst/>
          </a:prstGeom>
          <a:solidFill>
            <a:schemeClr val="accent2"/>
          </a:solidFill>
          <a:ln>
            <a:noFill/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.</a:t>
            </a:r>
            <a:r>
              <a:rPr lang="en-US" sz="1050" kern="0">
                <a:latin typeface="Hasklig"/>
                <a:ea typeface="Hasklig"/>
                <a:cs typeface="72 Brand" pitchFamily="34" charset="-128"/>
              </a:rPr>
              <a:t>home</a:t>
            </a:r>
            <a:r>
              <a:rPr kumimoji="0" lang="en-US" sz="105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Button</a:t>
            </a: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 {</a:t>
            </a:r>
            <a:br>
              <a:rPr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 panose="020B0509030403020204" pitchFamily="49" charset="0"/>
                <a:ea typeface="Hasklig" panose="020B0509030403020204" pitchFamily="49" charset="0"/>
                <a:cs typeface="72 Brand" pitchFamily="34" charset="-128"/>
              </a:rPr>
            </a:b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  color: #131e29;</a:t>
            </a:r>
            <a:br>
              <a:rPr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 panose="020B0509030403020204" pitchFamily="49" charset="0"/>
                <a:ea typeface="Hasklig" panose="020B0509030403020204" pitchFamily="49" charset="0"/>
                <a:cs typeface="72 Brand" pitchFamily="34" charset="-128"/>
              </a:rPr>
            </a:b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  </a:t>
            </a:r>
            <a:r>
              <a:rPr lang="en-US" sz="1050" kern="0">
                <a:latin typeface="Hasklig"/>
                <a:ea typeface="Hasklig"/>
                <a:cs typeface="72 Brand" pitchFamily="34" charset="-128"/>
              </a:rPr>
              <a:t>border: none;</a:t>
            </a:r>
            <a:br>
              <a:rPr lang="en-US" sz="1050" kern="0">
                <a:latin typeface="Hasklig" panose="020B0509030403020204" pitchFamily="49" charset="0"/>
                <a:ea typeface="Hasklig" panose="020B0509030403020204" pitchFamily="49" charset="0"/>
                <a:cs typeface="72 Brand" pitchFamily="34" charset="-128"/>
              </a:rPr>
            </a:b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}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DF5025E-52F9-CFE6-6A6C-B5A154E3F3A4}"/>
              </a:ext>
            </a:extLst>
          </p:cNvPr>
          <p:cNvSpPr/>
          <p:nvPr/>
        </p:nvSpPr>
        <p:spPr bwMode="gray">
          <a:xfrm>
            <a:off x="3000004" y="2718377"/>
            <a:ext cx="2304256" cy="891118"/>
          </a:xfrm>
          <a:prstGeom prst="roundRect">
            <a:avLst/>
          </a:prstGeom>
          <a:solidFill>
            <a:schemeClr val="accent2"/>
          </a:solidFill>
          <a:ln>
            <a:noFill/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.</a:t>
            </a:r>
            <a:r>
              <a:rPr lang="en-US" sz="1050" kern="0">
                <a:latin typeface="Hasklig"/>
                <a:ea typeface="Hasklig"/>
                <a:cs typeface="72 Brand" pitchFamily="34" charset="-128"/>
              </a:rPr>
              <a:t>home</a:t>
            </a:r>
            <a:r>
              <a:rPr kumimoji="0" lang="en-US" sz="105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Button</a:t>
            </a: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 {</a:t>
            </a:r>
            <a:br>
              <a:rPr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 panose="020B0509030403020204" pitchFamily="49" charset="0"/>
                <a:ea typeface="Hasklig" panose="020B0509030403020204" pitchFamily="49" charset="0"/>
                <a:cs typeface="72 Brand" pitchFamily="34" charset="-128"/>
              </a:rPr>
            </a:b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  color: #f5f6f7;</a:t>
            </a:r>
            <a:br>
              <a:rPr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 panose="020B0509030403020204" pitchFamily="49" charset="0"/>
                <a:ea typeface="Hasklig" panose="020B0509030403020204" pitchFamily="49" charset="0"/>
                <a:cs typeface="72 Brand" pitchFamily="34" charset="-128"/>
              </a:rPr>
            </a:b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  </a:t>
            </a:r>
            <a:r>
              <a:rPr lang="en-US" sz="1050" kern="0">
                <a:latin typeface="Hasklig"/>
                <a:ea typeface="Hasklig"/>
                <a:cs typeface="72 Brand" pitchFamily="34" charset="-128"/>
              </a:rPr>
              <a:t>border: none;</a:t>
            </a:r>
            <a:br>
              <a:rPr lang="en-US" sz="1050" kern="0">
                <a:latin typeface="Hasklig" panose="020B0509030403020204" pitchFamily="49" charset="0"/>
                <a:ea typeface="Hasklig" panose="020B0509030403020204" pitchFamily="49" charset="0"/>
                <a:cs typeface="72 Brand" pitchFamily="34" charset="-128"/>
              </a:rPr>
            </a:b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}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753ABC-539A-B249-0429-FA8312F3B625}"/>
              </a:ext>
            </a:extLst>
          </p:cNvPr>
          <p:cNvSpPr/>
          <p:nvPr/>
        </p:nvSpPr>
        <p:spPr bwMode="gray">
          <a:xfrm>
            <a:off x="5799581" y="2718377"/>
            <a:ext cx="2304256" cy="891118"/>
          </a:xfrm>
          <a:prstGeom prst="roundRect">
            <a:avLst/>
          </a:prstGeom>
          <a:solidFill>
            <a:schemeClr val="accent2"/>
          </a:solidFill>
          <a:ln>
            <a:noFill/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.</a:t>
            </a:r>
            <a:r>
              <a:rPr lang="en-US" sz="1050" kern="0">
                <a:latin typeface="Hasklig"/>
                <a:ea typeface="Hasklig"/>
                <a:cs typeface="72 Brand" pitchFamily="34" charset="-128"/>
              </a:rPr>
              <a:t>home</a:t>
            </a:r>
            <a:r>
              <a:rPr kumimoji="0" lang="en-US" sz="105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Button</a:t>
            </a: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 {</a:t>
            </a:r>
            <a:br>
              <a:rPr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 panose="020B0509030403020204" pitchFamily="49" charset="0"/>
                <a:ea typeface="Hasklig" panose="020B0509030403020204" pitchFamily="49" charset="0"/>
                <a:cs typeface="72 Brand" pitchFamily="34" charset="-128"/>
              </a:rPr>
            </a:b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  color: #000;</a:t>
            </a:r>
            <a:br>
              <a:rPr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 panose="020B0509030403020204" pitchFamily="49" charset="0"/>
                <a:ea typeface="Hasklig" panose="020B0509030403020204" pitchFamily="49" charset="0"/>
                <a:cs typeface="72 Brand" pitchFamily="34" charset="-128"/>
              </a:rPr>
            </a:b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  </a:t>
            </a:r>
            <a:r>
              <a:rPr lang="en-US" sz="1050" kern="0">
                <a:latin typeface="Hasklig"/>
                <a:ea typeface="Hasklig"/>
                <a:cs typeface="72 Brand" pitchFamily="34" charset="-128"/>
              </a:rPr>
              <a:t>border: 1px solid #000;</a:t>
            </a:r>
            <a:br>
              <a:rPr lang="en-US" sz="1050" kern="0">
                <a:latin typeface="Hasklig" panose="020B0509030403020204" pitchFamily="49" charset="0"/>
                <a:ea typeface="Hasklig" panose="020B0509030403020204" pitchFamily="49" charset="0"/>
                <a:cs typeface="72 Brand" pitchFamily="34" charset="-128"/>
              </a:rPr>
            </a:b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}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B973624-084F-A86E-25FD-5661537797B7}"/>
              </a:ext>
            </a:extLst>
          </p:cNvPr>
          <p:cNvSpPr/>
          <p:nvPr/>
        </p:nvSpPr>
        <p:spPr bwMode="gray">
          <a:xfrm>
            <a:off x="9105073" y="2718377"/>
            <a:ext cx="2304256" cy="891118"/>
          </a:xfrm>
          <a:prstGeom prst="roundRect">
            <a:avLst/>
          </a:prstGeom>
          <a:solidFill>
            <a:schemeClr val="accent2"/>
          </a:solidFill>
          <a:ln>
            <a:noFill/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.</a:t>
            </a:r>
            <a:r>
              <a:rPr lang="en-US" sz="1050" kern="0">
                <a:latin typeface="Hasklig"/>
                <a:ea typeface="Hasklig"/>
                <a:cs typeface="72 Brand" pitchFamily="34" charset="-128"/>
              </a:rPr>
              <a:t>home</a:t>
            </a:r>
            <a:r>
              <a:rPr kumimoji="0" lang="en-US" sz="105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Button</a:t>
            </a: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 {</a:t>
            </a:r>
            <a:br>
              <a:rPr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 panose="020B0509030403020204" pitchFamily="49" charset="0"/>
                <a:ea typeface="Hasklig" panose="020B0509030403020204" pitchFamily="49" charset="0"/>
                <a:cs typeface="72 Brand" pitchFamily="34" charset="-128"/>
              </a:rPr>
            </a:b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  color: #</a:t>
            </a:r>
            <a:r>
              <a:rPr kumimoji="0" lang="en-US" sz="105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fff</a:t>
            </a: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;</a:t>
            </a:r>
            <a:br>
              <a:rPr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 panose="020B0509030403020204" pitchFamily="49" charset="0"/>
                <a:ea typeface="Hasklig" panose="020B0509030403020204" pitchFamily="49" charset="0"/>
                <a:cs typeface="72 Brand" pitchFamily="34" charset="-128"/>
              </a:rPr>
            </a:b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  </a:t>
            </a:r>
            <a:r>
              <a:rPr lang="en-US" sz="1050" kern="0">
                <a:latin typeface="Hasklig"/>
                <a:ea typeface="Hasklig"/>
                <a:cs typeface="72 Brand" pitchFamily="34" charset="-128"/>
              </a:rPr>
              <a:t>border: 1px solid #</a:t>
            </a:r>
            <a:r>
              <a:rPr lang="en-US" sz="1050" kern="0" err="1">
                <a:latin typeface="Hasklig"/>
                <a:ea typeface="Hasklig"/>
                <a:cs typeface="72 Brand" pitchFamily="34" charset="-128"/>
              </a:rPr>
              <a:t>fff</a:t>
            </a:r>
            <a:r>
              <a:rPr lang="en-US" sz="1050" kern="0">
                <a:latin typeface="Hasklig"/>
                <a:ea typeface="Hasklig"/>
                <a:cs typeface="72 Brand" pitchFamily="34" charset="-128"/>
              </a:rPr>
              <a:t>;</a:t>
            </a:r>
            <a:br>
              <a:rPr lang="en-US" sz="1050" kern="0">
                <a:latin typeface="Hasklig" panose="020B0509030403020204" pitchFamily="49" charset="0"/>
                <a:ea typeface="Hasklig" panose="020B0509030403020204" pitchFamily="49" charset="0"/>
                <a:cs typeface="72 Brand" pitchFamily="34" charset="-128"/>
              </a:rPr>
            </a:b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9669714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D052D-6415-0652-520D-0EF59645D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3FD2A7-94EB-36FB-520F-6E9D2CC6D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"/>
            <a:ext cx="3890557" cy="632787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66BBC8-5452-2570-A01E-F2AE58CEB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7945" y="-3"/>
            <a:ext cx="3875948" cy="63041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4158EA-3F5E-F6B7-BFEF-55283E48E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281" y="0"/>
            <a:ext cx="3890557" cy="632787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7486D6-B589-3C81-1AAD-1E9FC67C46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9227" y="-3"/>
            <a:ext cx="3875948" cy="63041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ED374B0-D1A9-AE0C-1153-5405602BBB3E}"/>
              </a:ext>
            </a:extLst>
          </p:cNvPr>
          <p:cNvSpPr/>
          <p:nvPr/>
        </p:nvSpPr>
        <p:spPr bwMode="gray">
          <a:xfrm>
            <a:off x="-167109" y="6327875"/>
            <a:ext cx="12673408" cy="112113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bg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3F5B32-FB1B-09D4-2979-CF6C55543BE9}"/>
              </a:ext>
            </a:extLst>
          </p:cNvPr>
          <p:cNvSpPr/>
          <p:nvPr/>
        </p:nvSpPr>
        <p:spPr bwMode="gray">
          <a:xfrm>
            <a:off x="-419690" y="-135959"/>
            <a:ext cx="13033448" cy="6475512"/>
          </a:xfrm>
          <a:prstGeom prst="rect">
            <a:avLst/>
          </a:prstGeom>
          <a:solidFill>
            <a:schemeClr val="bg1">
              <a:alpha val="70000"/>
            </a:schemeClr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C0F0911-64D7-6A4F-C27C-E8EB1F6F9DCE}"/>
              </a:ext>
            </a:extLst>
          </p:cNvPr>
          <p:cNvSpPr/>
          <p:nvPr/>
        </p:nvSpPr>
        <p:spPr bwMode="gray">
          <a:xfrm>
            <a:off x="236667" y="2914849"/>
            <a:ext cx="2304256" cy="474409"/>
          </a:xfrm>
          <a:prstGeom prst="roundRect">
            <a:avLst/>
          </a:prstGeom>
          <a:solidFill>
            <a:schemeClr val="accent2"/>
          </a:solidFill>
          <a:ln>
            <a:noFill/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@</a:t>
            </a: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color: #131e29;</a:t>
            </a:r>
            <a:b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</a:br>
            <a:r>
              <a:rPr kumimoji="0" lang="en-US" sz="1050" kern="0">
                <a:latin typeface="Hasklig" panose="020B0509030403020204" pitchFamily="49" charset="0"/>
                <a:ea typeface="Hasklig" panose="020B0509030403020204" pitchFamily="49" charset="0"/>
                <a:cs typeface="72 Brand" pitchFamily="34" charset="-128"/>
              </a:rPr>
              <a:t>@</a:t>
            </a:r>
            <a:r>
              <a:rPr lang="en-US" sz="1050" kern="0">
                <a:latin typeface="Hasklig"/>
                <a:ea typeface="Hasklig"/>
                <a:cs typeface="72 Brand" pitchFamily="34" charset="-128"/>
              </a:rPr>
              <a:t>border: none;</a:t>
            </a:r>
            <a:endParaRPr kumimoji="0" lang="en-US" sz="105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Hasklig"/>
              <a:ea typeface="Hasklig"/>
              <a:cs typeface="72 Brand" pitchFamily="34" charset="-128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D8844A9-6AD5-67FD-F2BD-A565136EC622}"/>
              </a:ext>
            </a:extLst>
          </p:cNvPr>
          <p:cNvSpPr/>
          <p:nvPr/>
        </p:nvSpPr>
        <p:spPr bwMode="gray">
          <a:xfrm>
            <a:off x="3000181" y="2914849"/>
            <a:ext cx="2304256" cy="474409"/>
          </a:xfrm>
          <a:prstGeom prst="roundRect">
            <a:avLst/>
          </a:prstGeom>
          <a:solidFill>
            <a:schemeClr val="accent2"/>
          </a:solidFill>
          <a:ln>
            <a:noFill/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@</a:t>
            </a: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color: #f5f6f7;</a:t>
            </a:r>
            <a:br>
              <a:rPr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 panose="020B0509030403020204" pitchFamily="49" charset="0"/>
                <a:ea typeface="Hasklig" panose="020B0509030403020204" pitchFamily="49" charset="0"/>
                <a:cs typeface="72 Brand" pitchFamily="34" charset="-128"/>
              </a:rPr>
            </a:b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@</a:t>
            </a:r>
            <a:r>
              <a:rPr lang="en-US" sz="1050" kern="0">
                <a:latin typeface="Hasklig"/>
                <a:ea typeface="Hasklig"/>
                <a:cs typeface="72 Brand" pitchFamily="34" charset="-128"/>
              </a:rPr>
              <a:t>border: none;</a:t>
            </a:r>
            <a:endParaRPr kumimoji="0" lang="en-US" sz="105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Hasklig"/>
              <a:ea typeface="Hasklig"/>
              <a:cs typeface="72 Brand" pitchFamily="34" charset="-128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8FDED2A-9596-4687-E89A-966548D7BAE6}"/>
              </a:ext>
            </a:extLst>
          </p:cNvPr>
          <p:cNvSpPr/>
          <p:nvPr/>
        </p:nvSpPr>
        <p:spPr bwMode="gray">
          <a:xfrm>
            <a:off x="5778127" y="2914849"/>
            <a:ext cx="2304256" cy="474409"/>
          </a:xfrm>
          <a:prstGeom prst="roundRect">
            <a:avLst/>
          </a:prstGeom>
          <a:solidFill>
            <a:schemeClr val="accent2"/>
          </a:solidFill>
          <a:ln>
            <a:noFill/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@</a:t>
            </a: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color: #000;</a:t>
            </a:r>
            <a:br>
              <a:rPr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 panose="020B0509030403020204" pitchFamily="49" charset="0"/>
                <a:ea typeface="Hasklig" panose="020B0509030403020204" pitchFamily="49" charset="0"/>
                <a:cs typeface="72 Brand" pitchFamily="34" charset="-128"/>
              </a:rPr>
            </a:b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@</a:t>
            </a:r>
            <a:r>
              <a:rPr lang="en-US" sz="1050" kern="0">
                <a:latin typeface="Hasklig"/>
                <a:ea typeface="Hasklig"/>
                <a:cs typeface="72 Brand" pitchFamily="34" charset="-128"/>
              </a:rPr>
              <a:t>border: 1px solid #000;</a:t>
            </a:r>
            <a:endParaRPr kumimoji="0" lang="en-US" sz="105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Hasklig"/>
              <a:ea typeface="Hasklig"/>
              <a:cs typeface="72 Brand" pitchFamily="34" charset="-128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F88CA10-70E7-89FD-019F-EC3184D7C1AE}"/>
              </a:ext>
            </a:extLst>
          </p:cNvPr>
          <p:cNvSpPr/>
          <p:nvPr/>
        </p:nvSpPr>
        <p:spPr bwMode="gray">
          <a:xfrm>
            <a:off x="9105073" y="2912327"/>
            <a:ext cx="2304256" cy="476931"/>
          </a:xfrm>
          <a:prstGeom prst="roundRect">
            <a:avLst/>
          </a:prstGeom>
          <a:solidFill>
            <a:schemeClr val="accent2"/>
          </a:solidFill>
          <a:ln>
            <a:noFill/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@</a:t>
            </a: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color: #</a:t>
            </a:r>
            <a:r>
              <a:rPr kumimoji="0" lang="en-US" sz="105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fff</a:t>
            </a: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;</a:t>
            </a:r>
            <a:br>
              <a:rPr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 panose="020B0509030403020204" pitchFamily="49" charset="0"/>
                <a:ea typeface="Hasklig" panose="020B0509030403020204" pitchFamily="49" charset="0"/>
                <a:cs typeface="72 Brand" pitchFamily="34" charset="-128"/>
              </a:rPr>
            </a:br>
            <a:r>
              <a:rPr kumimoji="0" lang="en-US" sz="105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@</a:t>
            </a:r>
            <a:r>
              <a:rPr lang="en-US" sz="1050" kern="0">
                <a:latin typeface="Hasklig"/>
                <a:ea typeface="Hasklig"/>
                <a:cs typeface="72 Brand" pitchFamily="34" charset="-128"/>
              </a:rPr>
              <a:t>border: 1px solid #</a:t>
            </a:r>
            <a:r>
              <a:rPr lang="en-US" sz="1050" kern="0" err="1">
                <a:latin typeface="Hasklig"/>
                <a:ea typeface="Hasklig"/>
                <a:cs typeface="72 Brand" pitchFamily="34" charset="-128"/>
              </a:rPr>
              <a:t>fff</a:t>
            </a:r>
            <a:r>
              <a:rPr lang="en-US" sz="1050" kern="0">
                <a:latin typeface="Hasklig"/>
                <a:ea typeface="Hasklig"/>
                <a:cs typeface="72 Brand" pitchFamily="34" charset="-128"/>
              </a:rPr>
              <a:t>;</a:t>
            </a:r>
            <a:endParaRPr kumimoji="0" lang="en-US" sz="105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Hasklig"/>
              <a:ea typeface="Hasklig"/>
              <a:cs typeface="72 Brand" pitchFamily="34" charset="-128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6777CAF-F6CD-C967-9AF8-1AAEF7166B6E}"/>
              </a:ext>
            </a:extLst>
          </p:cNvPr>
          <p:cNvSpPr/>
          <p:nvPr/>
        </p:nvSpPr>
        <p:spPr bwMode="gray">
          <a:xfrm>
            <a:off x="4389153" y="1011864"/>
            <a:ext cx="2304256" cy="891118"/>
          </a:xfrm>
          <a:prstGeom prst="roundRect">
            <a:avLst/>
          </a:prstGeom>
          <a:solidFill>
            <a:schemeClr val="bg2"/>
          </a:solidFill>
          <a:ln>
            <a:noFill/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.</a:t>
            </a:r>
            <a:r>
              <a:rPr lang="en-US" sz="1050" kern="0">
                <a:solidFill>
                  <a:schemeClr val="tx1"/>
                </a:solidFill>
                <a:latin typeface="Hasklig"/>
                <a:ea typeface="Hasklig"/>
                <a:cs typeface="72 Brand" pitchFamily="34" charset="-128"/>
              </a:rPr>
              <a:t>home</a:t>
            </a:r>
            <a:r>
              <a:rPr kumimoji="0" lang="en-US" sz="105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Button</a:t>
            </a:r>
            <a:r>
              <a:rPr kumimoji="0" lang="en-US" sz="105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 {</a:t>
            </a:r>
            <a:br>
              <a:rPr lang="en-US" sz="105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sklig" panose="020B0509030403020204" pitchFamily="49" charset="0"/>
                <a:ea typeface="Hasklig" panose="020B0509030403020204" pitchFamily="49" charset="0"/>
                <a:cs typeface="72 Brand" pitchFamily="34" charset="-128"/>
              </a:rPr>
            </a:br>
            <a:r>
              <a:rPr kumimoji="0" lang="en-US" sz="105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  color: </a:t>
            </a:r>
            <a:r>
              <a:rPr lang="en-US" sz="1050" b="1" kern="0">
                <a:solidFill>
                  <a:schemeClr val="tx1"/>
                </a:solidFill>
                <a:latin typeface="Hasklig"/>
                <a:ea typeface="Hasklig"/>
                <a:cs typeface="72 Brand" pitchFamily="34" charset="-128"/>
              </a:rPr>
              <a:t>@color</a:t>
            </a:r>
            <a:r>
              <a:rPr kumimoji="0" lang="en-US" sz="105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;</a:t>
            </a:r>
            <a:br>
              <a:rPr lang="en-US" sz="105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sklig" panose="020B0509030403020204" pitchFamily="49" charset="0"/>
                <a:ea typeface="Hasklig" panose="020B0509030403020204" pitchFamily="49" charset="0"/>
                <a:cs typeface="72 Brand" pitchFamily="34" charset="-128"/>
              </a:rPr>
            </a:br>
            <a:r>
              <a:rPr kumimoji="0" lang="en-US" sz="105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  </a:t>
            </a:r>
            <a:r>
              <a:rPr lang="en-US" sz="1050" kern="0">
                <a:solidFill>
                  <a:schemeClr val="tx1"/>
                </a:solidFill>
                <a:latin typeface="Hasklig"/>
                <a:ea typeface="Hasklig"/>
                <a:cs typeface="72 Brand" pitchFamily="34" charset="-128"/>
              </a:rPr>
              <a:t>border: </a:t>
            </a:r>
            <a:r>
              <a:rPr lang="en-US" sz="1050" b="1" kern="0">
                <a:solidFill>
                  <a:schemeClr val="tx1"/>
                </a:solidFill>
                <a:latin typeface="Hasklig"/>
                <a:ea typeface="Hasklig"/>
                <a:cs typeface="72 Brand" pitchFamily="34" charset="-128"/>
              </a:rPr>
              <a:t>@border</a:t>
            </a:r>
            <a:r>
              <a:rPr lang="en-US" sz="1050" kern="0">
                <a:solidFill>
                  <a:schemeClr val="tx1"/>
                </a:solidFill>
                <a:latin typeface="Hasklig"/>
                <a:ea typeface="Hasklig"/>
                <a:cs typeface="72 Brand" pitchFamily="34" charset="-128"/>
              </a:rPr>
              <a:t>;</a:t>
            </a:r>
            <a:br>
              <a:rPr lang="en-US" sz="1050" kern="0">
                <a:solidFill>
                  <a:schemeClr val="tx1"/>
                </a:solidFill>
                <a:latin typeface="Hasklig" panose="020B0509030403020204" pitchFamily="49" charset="0"/>
                <a:ea typeface="Hasklig" panose="020B0509030403020204" pitchFamily="49" charset="0"/>
                <a:cs typeface="72 Brand" pitchFamily="34" charset="-128"/>
              </a:rPr>
            </a:br>
            <a:r>
              <a:rPr kumimoji="0" lang="en-US" sz="105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sklig"/>
                <a:ea typeface="Hasklig"/>
                <a:cs typeface="72 Brand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768998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49262-88B8-AEB0-AF2A-C56C41CB3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6FBDB-5505-AEB2-9481-25C1802063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defTabSz="609630"/>
            <a:r>
              <a:rPr lang="en-US" sz="4800" b="1">
                <a:latin typeface="Inter SemiBold" panose="02000503000000020004" pitchFamily="2" charset="0"/>
                <a:ea typeface="Inter SemiBold" panose="02000503000000020004" pitchFamily="2" charset="0"/>
                <a:cs typeface="Telegraf Bold"/>
                <a:sym typeface="Telegraf Bold"/>
              </a:rPr>
              <a:t>How</a:t>
            </a:r>
          </a:p>
        </p:txBody>
      </p:sp>
      <p:pic>
        <p:nvPicPr>
          <p:cNvPr id="36" name="Picture Placeholder 15">
            <a:extLst>
              <a:ext uri="{FF2B5EF4-FFF2-40B4-BE49-F238E27FC236}">
                <a16:creationId xmlns:a16="http://schemas.microsoft.com/office/drawing/2014/main" id="{B03D7471-BAEC-4FA1-BB99-0AE45B515A9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734" r="1734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4DCC75-D52F-7144-A756-3F4B28772A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2000">
                <a:latin typeface="Inter" panose="02000503000000020004" pitchFamily="2" charset="0"/>
                <a:ea typeface="Inter" panose="02000503000000020004" pitchFamily="2" charset="0"/>
                <a:cs typeface="Muli Semi-Bold"/>
                <a:sym typeface="Muli Semi-Bold"/>
              </a:rPr>
              <a:t>it was done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4791C1-5AC8-64B0-6E88-466B7F0F8300}"/>
              </a:ext>
            </a:extLst>
          </p:cNvPr>
          <p:cNvSpPr txBox="1"/>
          <p:nvPr/>
        </p:nvSpPr>
        <p:spPr>
          <a:xfrm>
            <a:off x="3027045" y="3221251"/>
            <a:ext cx="611505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>
              <a:latin typeface="Inter" panose="0200050300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13831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988552-C78F-CFFF-ABCD-8AD0732A9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</a:rPr>
              <a:t>Easy solution:</a:t>
            </a:r>
            <a:r>
              <a:rPr lang="en-US"/>
              <a:t> ignore theming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442C96-96A3-0514-4CB1-A6293C968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3276"/>
            <a:ext cx="7772400" cy="501504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39B6F94-1A8A-2AE2-6142-F2C1CFC6D6DC}"/>
              </a:ext>
            </a:extLst>
          </p:cNvPr>
          <p:cNvSpPr/>
          <p:nvPr/>
        </p:nvSpPr>
        <p:spPr bwMode="gray">
          <a:xfrm>
            <a:off x="3577307" y="2204864"/>
            <a:ext cx="3168352" cy="1512168"/>
          </a:xfrm>
          <a:custGeom>
            <a:avLst/>
            <a:gdLst>
              <a:gd name="connsiteX0" fmla="*/ 0 w 3168352"/>
              <a:gd name="connsiteY0" fmla="*/ 0 h 1512168"/>
              <a:gd name="connsiteX1" fmla="*/ 496375 w 3168352"/>
              <a:gd name="connsiteY1" fmla="*/ 0 h 1512168"/>
              <a:gd name="connsiteX2" fmla="*/ 929383 w 3168352"/>
              <a:gd name="connsiteY2" fmla="*/ 0 h 1512168"/>
              <a:gd name="connsiteX3" fmla="*/ 1520809 w 3168352"/>
              <a:gd name="connsiteY3" fmla="*/ 0 h 1512168"/>
              <a:gd name="connsiteX4" fmla="*/ 2017184 w 3168352"/>
              <a:gd name="connsiteY4" fmla="*/ 0 h 1512168"/>
              <a:gd name="connsiteX5" fmla="*/ 2513559 w 3168352"/>
              <a:gd name="connsiteY5" fmla="*/ 0 h 1512168"/>
              <a:gd name="connsiteX6" fmla="*/ 3168352 w 3168352"/>
              <a:gd name="connsiteY6" fmla="*/ 0 h 1512168"/>
              <a:gd name="connsiteX7" fmla="*/ 3168352 w 3168352"/>
              <a:gd name="connsiteY7" fmla="*/ 473813 h 1512168"/>
              <a:gd name="connsiteX8" fmla="*/ 3168352 w 3168352"/>
              <a:gd name="connsiteY8" fmla="*/ 977869 h 1512168"/>
              <a:gd name="connsiteX9" fmla="*/ 3168352 w 3168352"/>
              <a:gd name="connsiteY9" fmla="*/ 1512168 h 1512168"/>
              <a:gd name="connsiteX10" fmla="*/ 2703660 w 3168352"/>
              <a:gd name="connsiteY10" fmla="*/ 1512168 h 1512168"/>
              <a:gd name="connsiteX11" fmla="*/ 2175602 w 3168352"/>
              <a:gd name="connsiteY11" fmla="*/ 1512168 h 1512168"/>
              <a:gd name="connsiteX12" fmla="*/ 1679227 w 3168352"/>
              <a:gd name="connsiteY12" fmla="*/ 1512168 h 1512168"/>
              <a:gd name="connsiteX13" fmla="*/ 1087801 w 3168352"/>
              <a:gd name="connsiteY13" fmla="*/ 1512168 h 1512168"/>
              <a:gd name="connsiteX14" fmla="*/ 496375 w 3168352"/>
              <a:gd name="connsiteY14" fmla="*/ 1512168 h 1512168"/>
              <a:gd name="connsiteX15" fmla="*/ 0 w 3168352"/>
              <a:gd name="connsiteY15" fmla="*/ 1512168 h 1512168"/>
              <a:gd name="connsiteX16" fmla="*/ 0 w 3168352"/>
              <a:gd name="connsiteY16" fmla="*/ 1008112 h 1512168"/>
              <a:gd name="connsiteX17" fmla="*/ 0 w 3168352"/>
              <a:gd name="connsiteY17" fmla="*/ 519178 h 1512168"/>
              <a:gd name="connsiteX18" fmla="*/ 0 w 3168352"/>
              <a:gd name="connsiteY18" fmla="*/ 0 h 1512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168352" h="1512168" extrusionOk="0">
                <a:moveTo>
                  <a:pt x="0" y="0"/>
                </a:moveTo>
                <a:cubicBezTo>
                  <a:pt x="101704" y="-10633"/>
                  <a:pt x="351195" y="29327"/>
                  <a:pt x="496375" y="0"/>
                </a:cubicBezTo>
                <a:cubicBezTo>
                  <a:pt x="641555" y="-29327"/>
                  <a:pt x="756646" y="44439"/>
                  <a:pt x="929383" y="0"/>
                </a:cubicBezTo>
                <a:cubicBezTo>
                  <a:pt x="1102120" y="-44439"/>
                  <a:pt x="1262238" y="56896"/>
                  <a:pt x="1520809" y="0"/>
                </a:cubicBezTo>
                <a:cubicBezTo>
                  <a:pt x="1779380" y="-56896"/>
                  <a:pt x="1776944" y="27678"/>
                  <a:pt x="2017184" y="0"/>
                </a:cubicBezTo>
                <a:cubicBezTo>
                  <a:pt x="2257424" y="-27678"/>
                  <a:pt x="2394109" y="51013"/>
                  <a:pt x="2513559" y="0"/>
                </a:cubicBezTo>
                <a:cubicBezTo>
                  <a:pt x="2633010" y="-51013"/>
                  <a:pt x="2899823" y="1880"/>
                  <a:pt x="3168352" y="0"/>
                </a:cubicBezTo>
                <a:cubicBezTo>
                  <a:pt x="3219395" y="157142"/>
                  <a:pt x="3142149" y="288564"/>
                  <a:pt x="3168352" y="473813"/>
                </a:cubicBezTo>
                <a:cubicBezTo>
                  <a:pt x="3194555" y="659062"/>
                  <a:pt x="3148480" y="812690"/>
                  <a:pt x="3168352" y="977869"/>
                </a:cubicBezTo>
                <a:cubicBezTo>
                  <a:pt x="3188224" y="1143048"/>
                  <a:pt x="3110381" y="1394502"/>
                  <a:pt x="3168352" y="1512168"/>
                </a:cubicBezTo>
                <a:cubicBezTo>
                  <a:pt x="3025068" y="1534224"/>
                  <a:pt x="2875951" y="1460048"/>
                  <a:pt x="2703660" y="1512168"/>
                </a:cubicBezTo>
                <a:cubicBezTo>
                  <a:pt x="2531369" y="1564288"/>
                  <a:pt x="2411344" y="1454188"/>
                  <a:pt x="2175602" y="1512168"/>
                </a:cubicBezTo>
                <a:cubicBezTo>
                  <a:pt x="1939860" y="1570148"/>
                  <a:pt x="1887606" y="1466675"/>
                  <a:pt x="1679227" y="1512168"/>
                </a:cubicBezTo>
                <a:cubicBezTo>
                  <a:pt x="1470848" y="1557661"/>
                  <a:pt x="1367801" y="1496592"/>
                  <a:pt x="1087801" y="1512168"/>
                </a:cubicBezTo>
                <a:cubicBezTo>
                  <a:pt x="807801" y="1527744"/>
                  <a:pt x="643039" y="1491126"/>
                  <a:pt x="496375" y="1512168"/>
                </a:cubicBezTo>
                <a:cubicBezTo>
                  <a:pt x="349711" y="1533210"/>
                  <a:pt x="158319" y="1488877"/>
                  <a:pt x="0" y="1512168"/>
                </a:cubicBezTo>
                <a:cubicBezTo>
                  <a:pt x="-48018" y="1398515"/>
                  <a:pt x="30055" y="1124049"/>
                  <a:pt x="0" y="1008112"/>
                </a:cubicBezTo>
                <a:cubicBezTo>
                  <a:pt x="-30055" y="892175"/>
                  <a:pt x="20674" y="757148"/>
                  <a:pt x="0" y="519178"/>
                </a:cubicBezTo>
                <a:cubicBezTo>
                  <a:pt x="-20674" y="281208"/>
                  <a:pt x="56207" y="232993"/>
                  <a:pt x="0" y="0"/>
                </a:cubicBezTo>
                <a:close/>
              </a:path>
            </a:pathLst>
          </a:custGeom>
          <a:noFill/>
          <a:ln w="50800" algn="ctr">
            <a:solidFill>
              <a:schemeClr val="accent2"/>
            </a:solidFill>
            <a:prstDash val="dash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38100" sx="102000" sy="102000" algn="ctr" rotWithShape="0">
              <a:prstClr val="black">
                <a:alpha val="40000"/>
              </a:prstClr>
            </a:outerShdw>
          </a:effectLst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048722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70C132-D21A-5D2E-1B34-08A070C01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2FBB71-DD58-56BF-B46D-41C76610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</a:rPr>
              <a:t>Easy solution:</a:t>
            </a:r>
            <a:r>
              <a:rPr lang="en-US"/>
              <a:t> ignore theming</a:t>
            </a:r>
          </a:p>
        </p:txBody>
      </p:sp>
      <p:sp>
        <p:nvSpPr>
          <p:cNvPr id="4" name="Oval Callout 3">
            <a:extLst>
              <a:ext uri="{FF2B5EF4-FFF2-40B4-BE49-F238E27FC236}">
                <a16:creationId xmlns:a16="http://schemas.microsoft.com/office/drawing/2014/main" id="{39D4A677-C9F5-C317-40DE-D3CE3F6CA301}"/>
              </a:ext>
            </a:extLst>
          </p:cNvPr>
          <p:cNvSpPr/>
          <p:nvPr/>
        </p:nvSpPr>
        <p:spPr bwMode="gray">
          <a:xfrm>
            <a:off x="8329835" y="3717032"/>
            <a:ext cx="3384376" cy="1944886"/>
          </a:xfrm>
          <a:prstGeom prst="wedgeEllipseCallou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6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rPr>
              <a:t>👎</a:t>
            </a:r>
            <a:br>
              <a:rPr kumimoji="0" 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rPr>
            </a:b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rPr>
              <a:t>BADBADNOTGOOD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8A3467-F63A-FE28-1879-F0284A0D3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3276"/>
            <a:ext cx="7772400" cy="501504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60383BB-B28A-A1C9-C30F-011A6EF0F9D3}"/>
              </a:ext>
            </a:extLst>
          </p:cNvPr>
          <p:cNvSpPr/>
          <p:nvPr/>
        </p:nvSpPr>
        <p:spPr bwMode="gray">
          <a:xfrm>
            <a:off x="3577307" y="2204864"/>
            <a:ext cx="3168352" cy="1512168"/>
          </a:xfrm>
          <a:custGeom>
            <a:avLst/>
            <a:gdLst>
              <a:gd name="connsiteX0" fmla="*/ 0 w 3168352"/>
              <a:gd name="connsiteY0" fmla="*/ 0 h 1512168"/>
              <a:gd name="connsiteX1" fmla="*/ 496375 w 3168352"/>
              <a:gd name="connsiteY1" fmla="*/ 0 h 1512168"/>
              <a:gd name="connsiteX2" fmla="*/ 929383 w 3168352"/>
              <a:gd name="connsiteY2" fmla="*/ 0 h 1512168"/>
              <a:gd name="connsiteX3" fmla="*/ 1520809 w 3168352"/>
              <a:gd name="connsiteY3" fmla="*/ 0 h 1512168"/>
              <a:gd name="connsiteX4" fmla="*/ 2017184 w 3168352"/>
              <a:gd name="connsiteY4" fmla="*/ 0 h 1512168"/>
              <a:gd name="connsiteX5" fmla="*/ 2513559 w 3168352"/>
              <a:gd name="connsiteY5" fmla="*/ 0 h 1512168"/>
              <a:gd name="connsiteX6" fmla="*/ 3168352 w 3168352"/>
              <a:gd name="connsiteY6" fmla="*/ 0 h 1512168"/>
              <a:gd name="connsiteX7" fmla="*/ 3168352 w 3168352"/>
              <a:gd name="connsiteY7" fmla="*/ 473813 h 1512168"/>
              <a:gd name="connsiteX8" fmla="*/ 3168352 w 3168352"/>
              <a:gd name="connsiteY8" fmla="*/ 977869 h 1512168"/>
              <a:gd name="connsiteX9" fmla="*/ 3168352 w 3168352"/>
              <a:gd name="connsiteY9" fmla="*/ 1512168 h 1512168"/>
              <a:gd name="connsiteX10" fmla="*/ 2703660 w 3168352"/>
              <a:gd name="connsiteY10" fmla="*/ 1512168 h 1512168"/>
              <a:gd name="connsiteX11" fmla="*/ 2175602 w 3168352"/>
              <a:gd name="connsiteY11" fmla="*/ 1512168 h 1512168"/>
              <a:gd name="connsiteX12" fmla="*/ 1679227 w 3168352"/>
              <a:gd name="connsiteY12" fmla="*/ 1512168 h 1512168"/>
              <a:gd name="connsiteX13" fmla="*/ 1087801 w 3168352"/>
              <a:gd name="connsiteY13" fmla="*/ 1512168 h 1512168"/>
              <a:gd name="connsiteX14" fmla="*/ 496375 w 3168352"/>
              <a:gd name="connsiteY14" fmla="*/ 1512168 h 1512168"/>
              <a:gd name="connsiteX15" fmla="*/ 0 w 3168352"/>
              <a:gd name="connsiteY15" fmla="*/ 1512168 h 1512168"/>
              <a:gd name="connsiteX16" fmla="*/ 0 w 3168352"/>
              <a:gd name="connsiteY16" fmla="*/ 1008112 h 1512168"/>
              <a:gd name="connsiteX17" fmla="*/ 0 w 3168352"/>
              <a:gd name="connsiteY17" fmla="*/ 519178 h 1512168"/>
              <a:gd name="connsiteX18" fmla="*/ 0 w 3168352"/>
              <a:gd name="connsiteY18" fmla="*/ 0 h 1512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168352" h="1512168" extrusionOk="0">
                <a:moveTo>
                  <a:pt x="0" y="0"/>
                </a:moveTo>
                <a:cubicBezTo>
                  <a:pt x="101704" y="-10633"/>
                  <a:pt x="351195" y="29327"/>
                  <a:pt x="496375" y="0"/>
                </a:cubicBezTo>
                <a:cubicBezTo>
                  <a:pt x="641555" y="-29327"/>
                  <a:pt x="756646" y="44439"/>
                  <a:pt x="929383" y="0"/>
                </a:cubicBezTo>
                <a:cubicBezTo>
                  <a:pt x="1102120" y="-44439"/>
                  <a:pt x="1262238" y="56896"/>
                  <a:pt x="1520809" y="0"/>
                </a:cubicBezTo>
                <a:cubicBezTo>
                  <a:pt x="1779380" y="-56896"/>
                  <a:pt x="1776944" y="27678"/>
                  <a:pt x="2017184" y="0"/>
                </a:cubicBezTo>
                <a:cubicBezTo>
                  <a:pt x="2257424" y="-27678"/>
                  <a:pt x="2394109" y="51013"/>
                  <a:pt x="2513559" y="0"/>
                </a:cubicBezTo>
                <a:cubicBezTo>
                  <a:pt x="2633010" y="-51013"/>
                  <a:pt x="2899823" y="1880"/>
                  <a:pt x="3168352" y="0"/>
                </a:cubicBezTo>
                <a:cubicBezTo>
                  <a:pt x="3219395" y="157142"/>
                  <a:pt x="3142149" y="288564"/>
                  <a:pt x="3168352" y="473813"/>
                </a:cubicBezTo>
                <a:cubicBezTo>
                  <a:pt x="3194555" y="659062"/>
                  <a:pt x="3148480" y="812690"/>
                  <a:pt x="3168352" y="977869"/>
                </a:cubicBezTo>
                <a:cubicBezTo>
                  <a:pt x="3188224" y="1143048"/>
                  <a:pt x="3110381" y="1394502"/>
                  <a:pt x="3168352" y="1512168"/>
                </a:cubicBezTo>
                <a:cubicBezTo>
                  <a:pt x="3025068" y="1534224"/>
                  <a:pt x="2875951" y="1460048"/>
                  <a:pt x="2703660" y="1512168"/>
                </a:cubicBezTo>
                <a:cubicBezTo>
                  <a:pt x="2531369" y="1564288"/>
                  <a:pt x="2411344" y="1454188"/>
                  <a:pt x="2175602" y="1512168"/>
                </a:cubicBezTo>
                <a:cubicBezTo>
                  <a:pt x="1939860" y="1570148"/>
                  <a:pt x="1887606" y="1466675"/>
                  <a:pt x="1679227" y="1512168"/>
                </a:cubicBezTo>
                <a:cubicBezTo>
                  <a:pt x="1470848" y="1557661"/>
                  <a:pt x="1367801" y="1496592"/>
                  <a:pt x="1087801" y="1512168"/>
                </a:cubicBezTo>
                <a:cubicBezTo>
                  <a:pt x="807801" y="1527744"/>
                  <a:pt x="643039" y="1491126"/>
                  <a:pt x="496375" y="1512168"/>
                </a:cubicBezTo>
                <a:cubicBezTo>
                  <a:pt x="349711" y="1533210"/>
                  <a:pt x="158319" y="1488877"/>
                  <a:pt x="0" y="1512168"/>
                </a:cubicBezTo>
                <a:cubicBezTo>
                  <a:pt x="-48018" y="1398515"/>
                  <a:pt x="30055" y="1124049"/>
                  <a:pt x="0" y="1008112"/>
                </a:cubicBezTo>
                <a:cubicBezTo>
                  <a:pt x="-30055" y="892175"/>
                  <a:pt x="20674" y="757148"/>
                  <a:pt x="0" y="519178"/>
                </a:cubicBezTo>
                <a:cubicBezTo>
                  <a:pt x="-20674" y="281208"/>
                  <a:pt x="56207" y="232993"/>
                  <a:pt x="0" y="0"/>
                </a:cubicBezTo>
                <a:close/>
              </a:path>
            </a:pathLst>
          </a:custGeom>
          <a:noFill/>
          <a:ln w="50800" algn="ctr">
            <a:solidFill>
              <a:schemeClr val="accent2"/>
            </a:solidFill>
            <a:prstDash val="dash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sx="102000" sy="102000" algn="ctr" rotWithShape="0">
              <a:schemeClr val="bg1">
                <a:alpha val="40000"/>
              </a:schemeClr>
            </a:outerShdw>
          </a:effectLst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479251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55D12-0E3B-BC32-811A-3284BC6C1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DF1B1A-D9D7-1357-4ED8-BFAB5742AF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6550" y="1349829"/>
            <a:ext cx="11522075" cy="4600121"/>
          </a:xfrm>
        </p:spPr>
        <p:txBody>
          <a:bodyPr/>
          <a:lstStyle/>
          <a:p>
            <a:r>
              <a:rPr lang="en-US" sz="1200" b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control/</a:t>
            </a:r>
            <a:r>
              <a:rPr lang="en-US" sz="1200" b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HomeButton.ts</a:t>
            </a:r>
            <a:r>
              <a:rPr lang="en-US" sz="1200" b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br>
              <a:rPr lang="en-US" sz="1200" b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Theming </a:t>
            </a: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“sap/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ui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/core/Theming”;</a:t>
            </a:r>
            <a:br>
              <a:rPr lang="en-US" sz="1200" b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Parameters </a:t>
            </a: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“sap/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ui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/core/theming/Parameters”;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Control </a:t>
            </a: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“sap/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ui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/core/Control”;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contrast(background: </a:t>
            </a:r>
            <a:r>
              <a:rPr lang="en-US" sz="1200" b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colorOnLight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200" b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colorOnDark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200" b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darkThreshold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1200" b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number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  <a:r>
              <a:rPr lang="en-US" sz="1200" b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r>
              <a:rPr lang="en-US" sz="1200" b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/*…*/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export default class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HomeButton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Control {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 renderer = {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   render(rm: </a:t>
            </a:r>
            <a:r>
              <a:rPr lang="en-US" sz="1200" b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RenderManager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, control: </a:t>
            </a:r>
            <a:r>
              <a:rPr lang="en-US" sz="1200" b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HomeButton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sapShellColor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sapTextColor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sapContent_ContrastTextColor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sapContent_ContrastTextThreshold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sapHC_StandardForeground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sapButton_BorderWidth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     } =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Parameters.get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       “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sapShellColor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”, “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sapTextColor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”, “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sapContent_ContrastTextColor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”, “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sapContent_ContrastTextThreshold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”,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       “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sapHC_StandardForeground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”, “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sapButton_BorderWidth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     ]) </a:t>
            </a:r>
            <a:r>
              <a:rPr lang="en-US" sz="1200" b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 Record&lt;string, string&gt;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rm.openStart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(“button”, control);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rm.style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(“color”, contrast(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sapShellColor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sapTextColor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sapContent_ContrastTextColor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sapContent_ContrastTextThreshold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rm.style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(“border”,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Theming.getTheme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().includes(“_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hc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”) ? `${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sapButton_BorderWidth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} solid ${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sapHC_StandardForeground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}` : “none”);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rm.openEnd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b="0" err="1">
                <a:latin typeface="Consolas" panose="020B0609020204030204" pitchFamily="49" charset="0"/>
                <a:cs typeface="Consolas" panose="020B0609020204030204" pitchFamily="49" charset="0"/>
              </a:rPr>
              <a:t>rm.close</a:t>
            </a: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(“button”);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b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b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CFED53-920C-D3F8-B888-0068E7C8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Manual solution: </a:t>
            </a:r>
            <a:r>
              <a:rPr lang="en-US"/>
              <a:t>use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Parameters.get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4" name="Oval Callout 3">
            <a:extLst>
              <a:ext uri="{FF2B5EF4-FFF2-40B4-BE49-F238E27FC236}">
                <a16:creationId xmlns:a16="http://schemas.microsoft.com/office/drawing/2014/main" id="{DF21A6AA-E589-84D0-C473-12F838F9F660}"/>
              </a:ext>
            </a:extLst>
          </p:cNvPr>
          <p:cNvSpPr/>
          <p:nvPr/>
        </p:nvSpPr>
        <p:spPr bwMode="gray">
          <a:xfrm>
            <a:off x="8329835" y="3717032"/>
            <a:ext cx="3384376" cy="1944886"/>
          </a:xfrm>
          <a:prstGeom prst="wedgeEllipseCallou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6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rPr>
              <a:t>⏱️</a:t>
            </a:r>
            <a:br>
              <a:rPr kumimoji="0" 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rPr>
            </a:b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rPr>
              <a:t>Sync</a:t>
            </a:r>
            <a:r>
              <a:rPr kumimoji="0" lang="en-US" sz="1800" b="0" i="0" u="none" strike="noStrike" kern="0" cap="none" spc="0" normalizeH="0" noProof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rPr>
              <a:t> fetch() in render()?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03955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493800-CF6B-C3FA-7325-641E278AF6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6550" y="2645228"/>
            <a:ext cx="11522075" cy="3304721"/>
          </a:xfrm>
        </p:spPr>
        <p:txBody>
          <a:bodyPr/>
          <a:lstStyle/>
          <a:p>
            <a:r>
              <a:rPr lang="en-US" b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themes/base/</a:t>
            </a:r>
            <a:r>
              <a:rPr lang="en-US" b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HomeButton.less</a:t>
            </a:r>
            <a:b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@_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myLib_HomeButton_TextColor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contrast(@</a:t>
            </a:r>
            <a:r>
              <a:rPr lang="en-US" b="0" err="1">
                <a:latin typeface="Consolas" panose="020B0609020204030204" pitchFamily="49" charset="0"/>
                <a:cs typeface="Consolas" panose="020B0609020204030204" pitchFamily="49" charset="0"/>
              </a:rPr>
              <a:t>sapShellColor</a:t>
            </a: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, @</a:t>
            </a:r>
            <a:r>
              <a:rPr lang="en-US" b="0" err="1">
                <a:latin typeface="Consolas" panose="020B0609020204030204" pitchFamily="49" charset="0"/>
                <a:cs typeface="Consolas" panose="020B0609020204030204" pitchFamily="49" charset="0"/>
              </a:rPr>
              <a:t>sapTextColor</a:t>
            </a: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, @</a:t>
            </a:r>
            <a:r>
              <a:rPr lang="en-US" b="0" err="1">
                <a:latin typeface="Consolas" panose="020B0609020204030204" pitchFamily="49" charset="0"/>
                <a:cs typeface="Consolas" panose="020B0609020204030204" pitchFamily="49" charset="0"/>
              </a:rPr>
              <a:t>sapContent_ContrastTextColor</a:t>
            </a: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, @</a:t>
            </a:r>
            <a:r>
              <a:rPr lang="en-US" b="0" err="1">
                <a:latin typeface="Consolas" panose="020B0609020204030204" pitchFamily="49" charset="0"/>
                <a:cs typeface="Consolas" panose="020B0609020204030204" pitchFamily="49" charset="0"/>
              </a:rPr>
              <a:t>sapContent_ContrastTextThreshold</a:t>
            </a: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  <a:b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@_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myLib_HomeButton_Border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none;</a:t>
            </a:r>
            <a:b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homeButton</a:t>
            </a: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color:</a:t>
            </a: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 @_</a:t>
            </a:r>
            <a:r>
              <a:rPr lang="en-US" b="0" err="1">
                <a:latin typeface="Consolas" panose="020B0609020204030204" pitchFamily="49" charset="0"/>
                <a:cs typeface="Consolas" panose="020B0609020204030204" pitchFamily="49" charset="0"/>
              </a:rPr>
              <a:t>myLib_HomeButton_TextColor</a:t>
            </a: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border:</a:t>
            </a: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 @_</a:t>
            </a:r>
            <a:r>
              <a:rPr lang="en-US" b="0" err="1">
                <a:latin typeface="Consolas" panose="020B0609020204030204" pitchFamily="49" charset="0"/>
                <a:cs typeface="Consolas" panose="020B0609020204030204" pitchFamily="49" charset="0"/>
              </a:rPr>
              <a:t>myLib_HomeButton_Border</a:t>
            </a: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themes/</a:t>
            </a:r>
            <a:r>
              <a:rPr lang="en-US" b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sap_horizon_hcb</a:t>
            </a:r>
            <a:r>
              <a:rPr lang="en-US" b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b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HomeButton.less</a:t>
            </a:r>
            <a:br>
              <a:rPr lang="en-US" b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@_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myLib_HomeButton_Border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 @</a:t>
            </a:r>
            <a:r>
              <a:rPr lang="en-US" b="0" err="1">
                <a:latin typeface="Consolas" panose="020B0609020204030204" pitchFamily="49" charset="0"/>
                <a:cs typeface="Consolas" panose="020B0609020204030204" pitchFamily="49" charset="0"/>
              </a:rPr>
              <a:t>sapButton_BorderWidth</a:t>
            </a: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 solid @</a:t>
            </a:r>
            <a:r>
              <a:rPr lang="en-US" b="0" err="1">
                <a:latin typeface="Consolas" panose="020B0609020204030204" pitchFamily="49" charset="0"/>
                <a:cs typeface="Consolas" panose="020B0609020204030204" pitchFamily="49" charset="0"/>
              </a:rPr>
              <a:t>sapHC_StandardForeground</a:t>
            </a: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b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A7A413-1C39-D710-83D5-DA7E1FCC0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Best case: </a:t>
            </a:r>
            <a:r>
              <a:rPr lang="en-US"/>
              <a:t>be part of the theming build</a:t>
            </a:r>
          </a:p>
        </p:txBody>
      </p:sp>
      <p:sp>
        <p:nvSpPr>
          <p:cNvPr id="4" name="Oval Callout 3">
            <a:extLst>
              <a:ext uri="{FF2B5EF4-FFF2-40B4-BE49-F238E27FC236}">
                <a16:creationId xmlns:a16="http://schemas.microsoft.com/office/drawing/2014/main" id="{126F97ED-EB87-41DD-99FA-E3CFD3DD5471}"/>
              </a:ext>
            </a:extLst>
          </p:cNvPr>
          <p:cNvSpPr/>
          <p:nvPr/>
        </p:nvSpPr>
        <p:spPr bwMode="gray">
          <a:xfrm>
            <a:off x="8329835" y="3717032"/>
            <a:ext cx="3384376" cy="1944886"/>
          </a:xfrm>
          <a:prstGeom prst="wedgeEllipseCallou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US" sz="6000" kern="0">
                <a:ea typeface="72 Brand" pitchFamily="34" charset="-128"/>
                <a:cs typeface="72 Brand" pitchFamily="34" charset="-128"/>
              </a:rPr>
              <a:t>🎨</a:t>
            </a:r>
            <a:br>
              <a:rPr kumimoji="0" 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rPr>
            </a:b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rPr>
              <a:t>Not</a:t>
            </a:r>
            <a:r>
              <a:rPr kumimoji="0" lang="en-US" sz="1800" b="0" i="0" u="none" strike="noStrike" kern="0" cap="none" spc="0" normalizeH="0" noProof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rPr>
              <a:t> for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rPr>
              <a:t> custom branding</a:t>
            </a:r>
          </a:p>
        </p:txBody>
      </p:sp>
    </p:spTree>
    <p:extLst>
      <p:ext uri="{BB962C8B-B14F-4D97-AF65-F5344CB8AC3E}">
        <p14:creationId xmlns:p14="http://schemas.microsoft.com/office/powerpoint/2010/main" val="29498410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19CBAB-79B1-84A1-102D-FDBDD0345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Detour:</a:t>
            </a:r>
            <a:r>
              <a:rPr lang="en-US"/>
              <a:t> the theming service on SAP BTP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180B81-362D-8F23-1701-0317D1F34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183" y="1378728"/>
            <a:ext cx="7254809" cy="479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94771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604A1-E481-E81C-25C3-22D809A62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D65B0-15D0-78E0-0727-2BAF7A9422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defTabSz="609630"/>
            <a:r>
              <a:rPr lang="en-US" sz="4800" b="1">
                <a:latin typeface="Inter SemiBold" panose="02000503000000020004" pitchFamily="2" charset="0"/>
                <a:ea typeface="Inter SemiBold" panose="02000503000000020004" pitchFamily="2" charset="0"/>
                <a:cs typeface="Telegraf Bold"/>
                <a:sym typeface="Telegraf Bold"/>
              </a:rPr>
              <a:t>Use</a:t>
            </a:r>
          </a:p>
        </p:txBody>
      </p:sp>
      <p:pic>
        <p:nvPicPr>
          <p:cNvPr id="36" name="Picture Placeholder 15">
            <a:extLst>
              <a:ext uri="{FF2B5EF4-FFF2-40B4-BE49-F238E27FC236}">
                <a16:creationId xmlns:a16="http://schemas.microsoft.com/office/drawing/2014/main" id="{54AB67EA-1658-E0C1-FE00-1964CB9CE9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734" r="1734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5E44E-0134-BA8A-39F7-97D0E90446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2000">
                <a:latin typeface="Inter" panose="02000503000000020004" pitchFamily="2" charset="0"/>
                <a:ea typeface="Inter" panose="02000503000000020004" pitchFamily="2" charset="0"/>
                <a:cs typeface="Muli Semi-Bold"/>
                <a:sym typeface="Muli Semi-Bold"/>
              </a:rPr>
              <a:t>CSS custom properties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BDAEC8-57C2-3F8F-EA4F-72F52F707F20}"/>
              </a:ext>
            </a:extLst>
          </p:cNvPr>
          <p:cNvSpPr txBox="1"/>
          <p:nvPr/>
        </p:nvSpPr>
        <p:spPr>
          <a:xfrm>
            <a:off x="3027045" y="3221251"/>
            <a:ext cx="611505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>
              <a:latin typeface="Inter" panose="0200050300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38905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2D16EB7-294E-1E93-3D62-C846DF9BB91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93" r="293"/>
          <a:stretch>
            <a:fillRect/>
          </a:stretch>
        </p:blipFill>
        <p:spPr>
          <a:xfrm>
            <a:off x="6169595" y="332655"/>
            <a:ext cx="5977062" cy="5976705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E98F8-9F24-79FF-3224-BAA5A379D5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And CSS is almost </a:t>
            </a:r>
            <a:r>
              <a:rPr lang="en-US" err="1">
                <a:solidFill>
                  <a:schemeClr val="accent2"/>
                </a:solidFill>
              </a:rPr>
              <a:t>turing</a:t>
            </a:r>
            <a:r>
              <a:rPr lang="en-US">
                <a:solidFill>
                  <a:schemeClr val="accent2"/>
                </a:solidFill>
              </a:rPr>
              <a:t>-complete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99% of the time</a:t>
            </a:r>
            <a:br>
              <a:rPr lang="en-US" b="0"/>
            </a:br>
            <a:r>
              <a:rPr lang="en-US" b="0"/>
              <a:t>you can use custom properties that are already there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Modern color spaces and relative colors</a:t>
            </a:r>
            <a:br>
              <a:rPr lang="en-US" b="0"/>
            </a:br>
            <a:r>
              <a:rPr lang="en-US" b="0"/>
              <a:t>replace color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Container style queries</a:t>
            </a:r>
            <a:br>
              <a:rPr lang="en-US"/>
            </a:br>
            <a:r>
              <a:rPr lang="en-US" b="0"/>
              <a:t>allow conditional CSS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D57CA8-42D0-6FAC-6072-DA7EF8526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153" y="552798"/>
            <a:ext cx="5322386" cy="1076002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UI5</a:t>
            </a:r>
            <a:r>
              <a:rPr lang="en-US"/>
              <a:t> has custom properties</a:t>
            </a:r>
            <a:br>
              <a:rPr lang="en-US"/>
            </a:br>
            <a:r>
              <a:rPr lang="en-US" b="0"/>
              <a:t>since 1.127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49BCAF-92B9-22D0-DFB1-735212A011AB}"/>
              </a:ext>
            </a:extLst>
          </p:cNvPr>
          <p:cNvSpPr/>
          <p:nvPr/>
        </p:nvSpPr>
        <p:spPr bwMode="gray">
          <a:xfrm>
            <a:off x="9553971" y="2996952"/>
            <a:ext cx="2232248" cy="2808312"/>
          </a:xfrm>
          <a:custGeom>
            <a:avLst/>
            <a:gdLst>
              <a:gd name="connsiteX0" fmla="*/ 0 w 2232248"/>
              <a:gd name="connsiteY0" fmla="*/ 0 h 2808312"/>
              <a:gd name="connsiteX1" fmla="*/ 535740 w 2232248"/>
              <a:gd name="connsiteY1" fmla="*/ 0 h 2808312"/>
              <a:gd name="connsiteX2" fmla="*/ 1026834 w 2232248"/>
              <a:gd name="connsiteY2" fmla="*/ 0 h 2808312"/>
              <a:gd name="connsiteX3" fmla="*/ 1629541 w 2232248"/>
              <a:gd name="connsiteY3" fmla="*/ 0 h 2808312"/>
              <a:gd name="connsiteX4" fmla="*/ 2232248 w 2232248"/>
              <a:gd name="connsiteY4" fmla="*/ 0 h 2808312"/>
              <a:gd name="connsiteX5" fmla="*/ 2232248 w 2232248"/>
              <a:gd name="connsiteY5" fmla="*/ 533579 h 2808312"/>
              <a:gd name="connsiteX6" fmla="*/ 2232248 w 2232248"/>
              <a:gd name="connsiteY6" fmla="*/ 1039075 h 2808312"/>
              <a:gd name="connsiteX7" fmla="*/ 2232248 w 2232248"/>
              <a:gd name="connsiteY7" fmla="*/ 1600738 h 2808312"/>
              <a:gd name="connsiteX8" fmla="*/ 2232248 w 2232248"/>
              <a:gd name="connsiteY8" fmla="*/ 2162400 h 2808312"/>
              <a:gd name="connsiteX9" fmla="*/ 2232248 w 2232248"/>
              <a:gd name="connsiteY9" fmla="*/ 2808312 h 2808312"/>
              <a:gd name="connsiteX10" fmla="*/ 1718831 w 2232248"/>
              <a:gd name="connsiteY10" fmla="*/ 2808312 h 2808312"/>
              <a:gd name="connsiteX11" fmla="*/ 1160769 w 2232248"/>
              <a:gd name="connsiteY11" fmla="*/ 2808312 h 2808312"/>
              <a:gd name="connsiteX12" fmla="*/ 625029 w 2232248"/>
              <a:gd name="connsiteY12" fmla="*/ 2808312 h 2808312"/>
              <a:gd name="connsiteX13" fmla="*/ 0 w 2232248"/>
              <a:gd name="connsiteY13" fmla="*/ 2808312 h 2808312"/>
              <a:gd name="connsiteX14" fmla="*/ 0 w 2232248"/>
              <a:gd name="connsiteY14" fmla="*/ 2190483 h 2808312"/>
              <a:gd name="connsiteX15" fmla="*/ 0 w 2232248"/>
              <a:gd name="connsiteY15" fmla="*/ 1572655 h 2808312"/>
              <a:gd name="connsiteX16" fmla="*/ 0 w 2232248"/>
              <a:gd name="connsiteY16" fmla="*/ 1010992 h 2808312"/>
              <a:gd name="connsiteX17" fmla="*/ 0 w 2232248"/>
              <a:gd name="connsiteY17" fmla="*/ 0 h 280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2248" h="2808312" extrusionOk="0">
                <a:moveTo>
                  <a:pt x="0" y="0"/>
                </a:moveTo>
                <a:cubicBezTo>
                  <a:pt x="163144" y="-30368"/>
                  <a:pt x="293995" y="45505"/>
                  <a:pt x="535740" y="0"/>
                </a:cubicBezTo>
                <a:cubicBezTo>
                  <a:pt x="777485" y="-45505"/>
                  <a:pt x="917960" y="45770"/>
                  <a:pt x="1026834" y="0"/>
                </a:cubicBezTo>
                <a:cubicBezTo>
                  <a:pt x="1135708" y="-45770"/>
                  <a:pt x="1460696" y="32431"/>
                  <a:pt x="1629541" y="0"/>
                </a:cubicBezTo>
                <a:cubicBezTo>
                  <a:pt x="1798386" y="-32431"/>
                  <a:pt x="1957882" y="58062"/>
                  <a:pt x="2232248" y="0"/>
                </a:cubicBezTo>
                <a:cubicBezTo>
                  <a:pt x="2259462" y="207650"/>
                  <a:pt x="2228512" y="375561"/>
                  <a:pt x="2232248" y="533579"/>
                </a:cubicBezTo>
                <a:cubicBezTo>
                  <a:pt x="2235984" y="691597"/>
                  <a:pt x="2208651" y="822551"/>
                  <a:pt x="2232248" y="1039075"/>
                </a:cubicBezTo>
                <a:cubicBezTo>
                  <a:pt x="2255845" y="1255599"/>
                  <a:pt x="2210376" y="1339339"/>
                  <a:pt x="2232248" y="1600738"/>
                </a:cubicBezTo>
                <a:cubicBezTo>
                  <a:pt x="2254120" y="1862137"/>
                  <a:pt x="2188973" y="1978465"/>
                  <a:pt x="2232248" y="2162400"/>
                </a:cubicBezTo>
                <a:cubicBezTo>
                  <a:pt x="2275523" y="2346335"/>
                  <a:pt x="2219238" y="2507422"/>
                  <a:pt x="2232248" y="2808312"/>
                </a:cubicBezTo>
                <a:cubicBezTo>
                  <a:pt x="2126219" y="2839857"/>
                  <a:pt x="1905978" y="2759085"/>
                  <a:pt x="1718831" y="2808312"/>
                </a:cubicBezTo>
                <a:cubicBezTo>
                  <a:pt x="1531684" y="2857539"/>
                  <a:pt x="1293220" y="2773256"/>
                  <a:pt x="1160769" y="2808312"/>
                </a:cubicBezTo>
                <a:cubicBezTo>
                  <a:pt x="1028318" y="2843368"/>
                  <a:pt x="884500" y="2774479"/>
                  <a:pt x="625029" y="2808312"/>
                </a:cubicBezTo>
                <a:cubicBezTo>
                  <a:pt x="365558" y="2842145"/>
                  <a:pt x="286366" y="2792081"/>
                  <a:pt x="0" y="2808312"/>
                </a:cubicBezTo>
                <a:cubicBezTo>
                  <a:pt x="-60752" y="2626951"/>
                  <a:pt x="35393" y="2498327"/>
                  <a:pt x="0" y="2190483"/>
                </a:cubicBezTo>
                <a:cubicBezTo>
                  <a:pt x="-35393" y="1882639"/>
                  <a:pt x="33923" y="1872251"/>
                  <a:pt x="0" y="1572655"/>
                </a:cubicBezTo>
                <a:cubicBezTo>
                  <a:pt x="-33923" y="1273059"/>
                  <a:pt x="27069" y="1190549"/>
                  <a:pt x="0" y="1010992"/>
                </a:cubicBezTo>
                <a:cubicBezTo>
                  <a:pt x="-27069" y="831435"/>
                  <a:pt x="76383" y="455188"/>
                  <a:pt x="0" y="0"/>
                </a:cubicBezTo>
                <a:close/>
              </a:path>
            </a:pathLst>
          </a:custGeom>
          <a:noFill/>
          <a:ln w="50800" algn="ctr">
            <a:solidFill>
              <a:schemeClr val="accent2"/>
            </a:solidFill>
            <a:prstDash val="dash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38100" sx="102000" sy="102000" algn="ctr" rotWithShape="0">
              <a:prstClr val="black">
                <a:alpha val="40000"/>
              </a:prstClr>
            </a:outerShdw>
          </a:effectLst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899761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FB231-077F-D3DD-A50F-9ACDA162B0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/>
              <a:t>UI5 does it themselves</a:t>
            </a:r>
            <a:br>
              <a:rPr lang="en-US"/>
            </a:br>
            <a:r>
              <a:rPr lang="en-US" b="0"/>
              <a:t>Look at their controls</a:t>
            </a: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/>
              <a:t>What a nice flower!</a:t>
            </a:r>
            <a:br>
              <a:rPr lang="en-US"/>
            </a:br>
            <a:r>
              <a:rPr lang="en-US" b="0"/>
              <a:t>Really?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Use existing</a:t>
            </a:r>
            <a:br>
              <a:rPr lang="en-US"/>
            </a:br>
            <a:r>
              <a:rPr lang="en-US" b="0"/>
              <a:t>custom properties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Derive colors</a:t>
            </a:r>
            <a:br>
              <a:rPr lang="en-US" b="0"/>
            </a:br>
            <a:r>
              <a:rPr lang="en-US" b="0"/>
              <a:t>with </a:t>
            </a:r>
            <a:r>
              <a:rPr lang="en-US" b="0" err="1">
                <a:latin typeface="Consolas" panose="020B0609020204030204" pitchFamily="49" charset="0"/>
                <a:cs typeface="Consolas" panose="020B0609020204030204" pitchFamily="49" charset="0"/>
              </a:rPr>
              <a:t>oklch</a:t>
            </a: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(from var(…))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Theme-dependent CSS</a:t>
            </a:r>
            <a:br>
              <a:rPr lang="en-US"/>
            </a:br>
            <a:r>
              <a:rPr lang="en-US" b="0"/>
              <a:t>with </a:t>
            </a:r>
            <a:r>
              <a:rPr lang="en-US" b="0"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en-US" b="0" err="1">
                <a:latin typeface="Consolas" panose="020B0609020204030204" pitchFamily="49" charset="0"/>
                <a:cs typeface="Consolas" panose="020B0609020204030204" pitchFamily="49" charset="0"/>
              </a:rPr>
              <a:t>sapSapThemeId</a:t>
            </a:r>
            <a:endParaRPr lang="en-US" b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2D8E35-5A11-8409-35E0-E73EE0440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35B8C9C-D95D-09EC-F84E-DBDDF47F2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363" y="0"/>
            <a:ext cx="11209248" cy="630520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1CD3E7D-00CB-FEDE-4536-B6B7DBAC0F65}"/>
              </a:ext>
            </a:extLst>
          </p:cNvPr>
          <p:cNvSpPr/>
          <p:nvPr/>
        </p:nvSpPr>
        <p:spPr bwMode="gray">
          <a:xfrm>
            <a:off x="11282163" y="-27384"/>
            <a:ext cx="913012" cy="633610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28000">
                <a:schemeClr val="bg1">
                  <a:alpha val="34000"/>
                </a:schemeClr>
              </a:gs>
              <a:gs pos="57000">
                <a:schemeClr val="bg1">
                  <a:alpha val="67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29DF73-92F7-DCA6-05E7-26B873931146}"/>
              </a:ext>
            </a:extLst>
          </p:cNvPr>
          <p:cNvSpPr/>
          <p:nvPr/>
        </p:nvSpPr>
        <p:spPr bwMode="gray">
          <a:xfrm>
            <a:off x="-167109" y="6332512"/>
            <a:ext cx="12673408" cy="112113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bg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0926D16-52B6-4C29-DB78-02B3441B08E0}"/>
              </a:ext>
            </a:extLst>
          </p:cNvPr>
          <p:cNvCxnSpPr>
            <a:cxnSpLocks/>
          </p:cNvCxnSpPr>
          <p:nvPr/>
        </p:nvCxnSpPr>
        <p:spPr>
          <a:xfrm flipV="1">
            <a:off x="2137147" y="1872367"/>
            <a:ext cx="5688632" cy="1804560"/>
          </a:xfrm>
          <a:prstGeom prst="straightConnector1">
            <a:avLst/>
          </a:prstGeom>
          <a:ln w="50800">
            <a:solidFill>
              <a:schemeClr val="accent2"/>
            </a:solidFill>
            <a:headEnd type="none" w="med" len="med"/>
            <a:tailEnd type="triangle" w="lg" len="lg"/>
          </a:ln>
          <a:effectLst>
            <a:outerShdw blurRad="381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9C774C-E98B-4CA0-E63C-DC951859628F}"/>
              </a:ext>
            </a:extLst>
          </p:cNvPr>
          <p:cNvCxnSpPr>
            <a:cxnSpLocks/>
          </p:cNvCxnSpPr>
          <p:nvPr/>
        </p:nvCxnSpPr>
        <p:spPr>
          <a:xfrm flipV="1">
            <a:off x="2209155" y="2060848"/>
            <a:ext cx="5832648" cy="2408167"/>
          </a:xfrm>
          <a:prstGeom prst="straightConnector1">
            <a:avLst/>
          </a:prstGeom>
          <a:ln w="50800">
            <a:solidFill>
              <a:schemeClr val="accent2"/>
            </a:solidFill>
            <a:headEnd type="none" w="med" len="med"/>
            <a:tailEnd type="triangle" w="lg" len="lg"/>
          </a:ln>
          <a:effectLst>
            <a:outerShdw blurRad="381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8ABBD9F-7E23-22AD-E857-F6214946CD8C}"/>
              </a:ext>
            </a:extLst>
          </p:cNvPr>
          <p:cNvCxnSpPr>
            <a:cxnSpLocks/>
          </p:cNvCxnSpPr>
          <p:nvPr/>
        </p:nvCxnSpPr>
        <p:spPr>
          <a:xfrm flipV="1">
            <a:off x="3361283" y="2780928"/>
            <a:ext cx="4176167" cy="2424118"/>
          </a:xfrm>
          <a:prstGeom prst="straightConnector1">
            <a:avLst/>
          </a:prstGeom>
          <a:ln w="50800">
            <a:solidFill>
              <a:schemeClr val="accent2"/>
            </a:solidFill>
            <a:headEnd type="none" w="med" len="med"/>
            <a:tailEnd type="triangle" w="lg" len="lg"/>
          </a:ln>
          <a:effectLst>
            <a:outerShdw blurRad="381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86467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C4900-8413-C7AB-114F-F91E55FFB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B521B-FE51-6A1C-E9B4-102F1A94D5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defTabSz="609630"/>
            <a:r>
              <a:rPr lang="en-US" sz="4800" b="1">
                <a:latin typeface="Inter SemiBold" panose="02000503000000020004" pitchFamily="2" charset="0"/>
                <a:ea typeface="Inter SemiBold" panose="02000503000000020004" pitchFamily="2" charset="0"/>
                <a:cs typeface="Telegraf Bold"/>
                <a:sym typeface="Telegraf Bold"/>
              </a:rPr>
              <a:t>What</a:t>
            </a:r>
          </a:p>
        </p:txBody>
      </p:sp>
      <p:pic>
        <p:nvPicPr>
          <p:cNvPr id="36" name="Picture Placeholder 15">
            <a:extLst>
              <a:ext uri="{FF2B5EF4-FFF2-40B4-BE49-F238E27FC236}">
                <a16:creationId xmlns:a16="http://schemas.microsoft.com/office/drawing/2014/main" id="{9F9F6372-E3EA-63F5-E318-4AEE68FBC50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734" r="1734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443D2-9756-E8C6-39A9-053EBC3BAD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2000">
                <a:latin typeface="Inter" panose="02000503000000020004" pitchFamily="2" charset="0"/>
                <a:ea typeface="Inter" panose="02000503000000020004" pitchFamily="2" charset="0"/>
                <a:cs typeface="Muli Semi-Bold"/>
                <a:sym typeface="Muli Semi-Bold"/>
              </a:rPr>
              <a:t>could be next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F18F61-F361-FEC9-42CC-C7DCE598C938}"/>
              </a:ext>
            </a:extLst>
          </p:cNvPr>
          <p:cNvSpPr txBox="1"/>
          <p:nvPr/>
        </p:nvSpPr>
        <p:spPr>
          <a:xfrm>
            <a:off x="3027045" y="3221251"/>
            <a:ext cx="611505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>
              <a:latin typeface="Inter" panose="0200050300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918967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71385-2DBA-A87E-D9A8-A27613A441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6549" y="1989137"/>
            <a:ext cx="5495926" cy="3960813"/>
          </a:xfrm>
        </p:spPr>
        <p:txBody>
          <a:bodyPr/>
          <a:lstStyle/>
          <a:p>
            <a:r>
              <a:rPr lang="en-US"/>
              <a:t>Every application, every control</a:t>
            </a:r>
            <a:br>
              <a:rPr lang="en-US"/>
            </a:br>
            <a:r>
              <a:rPr lang="en-US" b="0"/>
              <a:t>can work in every theme</a:t>
            </a:r>
          </a:p>
          <a:p>
            <a:r>
              <a:rPr lang="en-US"/>
              <a:t>The logic of themes</a:t>
            </a:r>
            <a:br>
              <a:rPr lang="en-US" b="0"/>
            </a:br>
            <a:r>
              <a:rPr lang="en-US" b="0"/>
              <a:t>can be expressed in CSS custom properties</a:t>
            </a:r>
          </a:p>
          <a:p>
            <a:r>
              <a:rPr lang="en-US"/>
              <a:t>Parts of applications</a:t>
            </a:r>
            <a:br>
              <a:rPr lang="en-US" b="0"/>
            </a:br>
            <a:r>
              <a:rPr lang="en-US" b="0"/>
              <a:t>can be themed differently; we have real “scopes”</a:t>
            </a:r>
          </a:p>
          <a:p>
            <a:r>
              <a:rPr lang="en-US"/>
              <a:t>The theming service</a:t>
            </a:r>
            <a:br>
              <a:rPr lang="en-US" b="0"/>
            </a:br>
            <a:r>
              <a:rPr lang="en-US" b="0"/>
              <a:t>can be shut down; we’ve made ourselves obsolete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85A2AE-4E4E-D027-6D93-CC9FA6A8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49" y="549274"/>
            <a:ext cx="11521377" cy="1079526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A Vision </a:t>
            </a:r>
            <a:r>
              <a:rPr lang="en-US"/>
              <a:t>of what is now possible</a:t>
            </a:r>
          </a:p>
        </p:txBody>
      </p:sp>
    </p:spTree>
    <p:extLst>
      <p:ext uri="{BB962C8B-B14F-4D97-AF65-F5344CB8AC3E}">
        <p14:creationId xmlns:p14="http://schemas.microsoft.com/office/powerpoint/2010/main" val="235682393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4A4964-13A5-AF42-856B-26B435956F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0" y="4365104"/>
            <a:ext cx="5508625" cy="1584846"/>
          </a:xfrm>
        </p:spPr>
        <p:txBody>
          <a:bodyPr/>
          <a:lstStyle/>
          <a:p>
            <a:r>
              <a:rPr lang="en-US"/>
              <a:t>15:55-17:25 Workshop</a:t>
            </a:r>
            <a:r>
              <a:rPr lang="en-US" b="0"/>
              <a:t> in the </a:t>
            </a:r>
            <a:r>
              <a:rPr lang="en-US">
                <a:solidFill>
                  <a:schemeClr val="bg2"/>
                </a:solidFill>
              </a:rPr>
              <a:t>Orange Room</a:t>
            </a:r>
          </a:p>
          <a:p>
            <a:endParaRPr lang="en-US" b="0"/>
          </a:p>
          <a:p>
            <a:pPr>
              <a:buNone/>
            </a:pPr>
            <a:r>
              <a:rPr lang="en-US" b="0"/>
              <a:t>Bring your own project, or use a starting point from </a:t>
            </a:r>
            <a:r>
              <a:rPr lang="en-US" b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SAP-samples/ui5con-2025-theming-workshop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003E4-350C-2511-278F-7B983E84C7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13:25-14:45 Expert Corner</a:t>
            </a:r>
          </a:p>
          <a:p>
            <a:endParaRPr lang="en-US"/>
          </a:p>
          <a:p>
            <a:r>
              <a:rPr lang="en-US" b="0"/>
              <a:t>Talk to us about your theming experience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CD05BDC-3287-8CA1-CB4F-58EA29111F9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/>
          <a:srcRect t="-1637" b="283"/>
          <a:stretch>
            <a:fillRect/>
          </a:stretch>
        </p:blipFill>
        <p:spPr>
          <a:xfrm>
            <a:off x="6350000" y="332656"/>
            <a:ext cx="5484263" cy="3816423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D25F365-CB32-669D-7269-7141DDD71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559116"/>
            <a:ext cx="11522075" cy="565628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More theming </a:t>
            </a:r>
            <a:r>
              <a:rPr lang="en-US"/>
              <a:t>today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78BE55-F124-E4FD-6CF3-8B347F4C79BF}"/>
              </a:ext>
            </a:extLst>
          </p:cNvPr>
          <p:cNvSpPr/>
          <p:nvPr/>
        </p:nvSpPr>
        <p:spPr bwMode="gray">
          <a:xfrm rot="1344151">
            <a:off x="9759682" y="1094421"/>
            <a:ext cx="576064" cy="815727"/>
          </a:xfrm>
          <a:custGeom>
            <a:avLst/>
            <a:gdLst>
              <a:gd name="connsiteX0" fmla="*/ 0 w 576064"/>
              <a:gd name="connsiteY0" fmla="*/ 0 h 815727"/>
              <a:gd name="connsiteX1" fmla="*/ 576064 w 576064"/>
              <a:gd name="connsiteY1" fmla="*/ 0 h 815727"/>
              <a:gd name="connsiteX2" fmla="*/ 576064 w 576064"/>
              <a:gd name="connsiteY2" fmla="*/ 383392 h 815727"/>
              <a:gd name="connsiteX3" fmla="*/ 576064 w 576064"/>
              <a:gd name="connsiteY3" fmla="*/ 815727 h 815727"/>
              <a:gd name="connsiteX4" fmla="*/ 0 w 576064"/>
              <a:gd name="connsiteY4" fmla="*/ 815727 h 815727"/>
              <a:gd name="connsiteX5" fmla="*/ 0 w 576064"/>
              <a:gd name="connsiteY5" fmla="*/ 416021 h 815727"/>
              <a:gd name="connsiteX6" fmla="*/ 0 w 576064"/>
              <a:gd name="connsiteY6" fmla="*/ 0 h 815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6064" h="815727" extrusionOk="0">
                <a:moveTo>
                  <a:pt x="0" y="0"/>
                </a:moveTo>
                <a:cubicBezTo>
                  <a:pt x="274834" y="-48399"/>
                  <a:pt x="345691" y="65868"/>
                  <a:pt x="576064" y="0"/>
                </a:cubicBezTo>
                <a:cubicBezTo>
                  <a:pt x="591704" y="87602"/>
                  <a:pt x="560892" y="252168"/>
                  <a:pt x="576064" y="383392"/>
                </a:cubicBezTo>
                <a:cubicBezTo>
                  <a:pt x="591236" y="514616"/>
                  <a:pt x="573838" y="637594"/>
                  <a:pt x="576064" y="815727"/>
                </a:cubicBezTo>
                <a:cubicBezTo>
                  <a:pt x="403075" y="868807"/>
                  <a:pt x="268806" y="767648"/>
                  <a:pt x="0" y="815727"/>
                </a:cubicBezTo>
                <a:cubicBezTo>
                  <a:pt x="-14178" y="731694"/>
                  <a:pt x="45736" y="577851"/>
                  <a:pt x="0" y="416021"/>
                </a:cubicBezTo>
                <a:cubicBezTo>
                  <a:pt x="-45736" y="254191"/>
                  <a:pt x="36031" y="206224"/>
                  <a:pt x="0" y="0"/>
                </a:cubicBezTo>
                <a:close/>
              </a:path>
            </a:pathLst>
          </a:custGeom>
          <a:noFill/>
          <a:ln w="50800" algn="ctr">
            <a:solidFill>
              <a:schemeClr val="accent2"/>
            </a:solidFill>
            <a:prstDash val="dash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4977E04-9045-FB74-6184-363CCC70DED9}"/>
              </a:ext>
            </a:extLst>
          </p:cNvPr>
          <p:cNvSpPr/>
          <p:nvPr/>
        </p:nvSpPr>
        <p:spPr bwMode="gray">
          <a:xfrm>
            <a:off x="9795686" y="2996952"/>
            <a:ext cx="504056" cy="504056"/>
          </a:xfrm>
          <a:custGeom>
            <a:avLst/>
            <a:gdLst>
              <a:gd name="connsiteX0" fmla="*/ 0 w 504056"/>
              <a:gd name="connsiteY0" fmla="*/ 252028 h 504056"/>
              <a:gd name="connsiteX1" fmla="*/ 252028 w 504056"/>
              <a:gd name="connsiteY1" fmla="*/ 0 h 504056"/>
              <a:gd name="connsiteX2" fmla="*/ 504056 w 504056"/>
              <a:gd name="connsiteY2" fmla="*/ 252028 h 504056"/>
              <a:gd name="connsiteX3" fmla="*/ 252028 w 504056"/>
              <a:gd name="connsiteY3" fmla="*/ 504056 h 504056"/>
              <a:gd name="connsiteX4" fmla="*/ 0 w 504056"/>
              <a:gd name="connsiteY4" fmla="*/ 252028 h 504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056" h="504056" extrusionOk="0">
                <a:moveTo>
                  <a:pt x="0" y="252028"/>
                </a:moveTo>
                <a:cubicBezTo>
                  <a:pt x="-24737" y="97579"/>
                  <a:pt x="87586" y="9477"/>
                  <a:pt x="252028" y="0"/>
                </a:cubicBezTo>
                <a:cubicBezTo>
                  <a:pt x="413830" y="4760"/>
                  <a:pt x="475190" y="113755"/>
                  <a:pt x="504056" y="252028"/>
                </a:cubicBezTo>
                <a:cubicBezTo>
                  <a:pt x="476464" y="418164"/>
                  <a:pt x="386353" y="530954"/>
                  <a:pt x="252028" y="504056"/>
                </a:cubicBezTo>
                <a:cubicBezTo>
                  <a:pt x="90424" y="491793"/>
                  <a:pt x="3738" y="393005"/>
                  <a:pt x="0" y="252028"/>
                </a:cubicBezTo>
                <a:close/>
              </a:path>
            </a:pathLst>
          </a:custGeom>
          <a:noFill/>
          <a:ln w="50800" algn="ctr">
            <a:solidFill>
              <a:schemeClr val="accent2"/>
            </a:solidFill>
            <a:prstDash val="dash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5B36FF-3018-9D89-7B6C-49B06ECA4F80}"/>
              </a:ext>
            </a:extLst>
          </p:cNvPr>
          <p:cNvSpPr txBox="1"/>
          <p:nvPr/>
        </p:nvSpPr>
        <p:spPr>
          <a:xfrm>
            <a:off x="10182762" y="876930"/>
            <a:ext cx="64807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800" b="1" kern="0">
                <a:solidFill>
                  <a:schemeClr val="accent2"/>
                </a:solidFill>
                <a:latin typeface="+mn-lt"/>
                <a:ea typeface="72 Brand" pitchFamily="34" charset="-128"/>
                <a:cs typeface="72 Brand" pitchFamily="34" charset="-128"/>
              </a:rPr>
              <a:t>15:55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904060-17ED-557B-6128-C62C9AA21C16}"/>
              </a:ext>
            </a:extLst>
          </p:cNvPr>
          <p:cNvSpPr txBox="1"/>
          <p:nvPr/>
        </p:nvSpPr>
        <p:spPr>
          <a:xfrm>
            <a:off x="10218842" y="2858452"/>
            <a:ext cx="64807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800" b="1" kern="0">
                <a:solidFill>
                  <a:schemeClr val="accent2"/>
                </a:solidFill>
                <a:latin typeface="+mn-lt"/>
                <a:ea typeface="72 Brand" pitchFamily="34" charset="-128"/>
                <a:cs typeface="72 Brand" pitchFamily="34" charset="-128"/>
              </a:rPr>
              <a:t>13:25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ED1CF9-1839-E49F-0E75-99683ADAFD98}"/>
              </a:ext>
            </a:extLst>
          </p:cNvPr>
          <p:cNvSpPr/>
          <p:nvPr/>
        </p:nvSpPr>
        <p:spPr bwMode="gray">
          <a:xfrm rot="1344151">
            <a:off x="8892088" y="1389218"/>
            <a:ext cx="730798" cy="911670"/>
          </a:xfrm>
          <a:custGeom>
            <a:avLst/>
            <a:gdLst>
              <a:gd name="connsiteX0" fmla="*/ 0 w 730798"/>
              <a:gd name="connsiteY0" fmla="*/ 0 h 911670"/>
              <a:gd name="connsiteX1" fmla="*/ 358091 w 730798"/>
              <a:gd name="connsiteY1" fmla="*/ 0 h 911670"/>
              <a:gd name="connsiteX2" fmla="*/ 730798 w 730798"/>
              <a:gd name="connsiteY2" fmla="*/ 0 h 911670"/>
              <a:gd name="connsiteX3" fmla="*/ 730798 w 730798"/>
              <a:gd name="connsiteY3" fmla="*/ 474068 h 911670"/>
              <a:gd name="connsiteX4" fmla="*/ 730798 w 730798"/>
              <a:gd name="connsiteY4" fmla="*/ 911670 h 911670"/>
              <a:gd name="connsiteX5" fmla="*/ 380015 w 730798"/>
              <a:gd name="connsiteY5" fmla="*/ 911670 h 911670"/>
              <a:gd name="connsiteX6" fmla="*/ 0 w 730798"/>
              <a:gd name="connsiteY6" fmla="*/ 911670 h 911670"/>
              <a:gd name="connsiteX7" fmla="*/ 0 w 730798"/>
              <a:gd name="connsiteY7" fmla="*/ 474068 h 911670"/>
              <a:gd name="connsiteX8" fmla="*/ 0 w 730798"/>
              <a:gd name="connsiteY8" fmla="*/ 0 h 911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0798" h="911670" extrusionOk="0">
                <a:moveTo>
                  <a:pt x="0" y="0"/>
                </a:moveTo>
                <a:cubicBezTo>
                  <a:pt x="147987" y="-17996"/>
                  <a:pt x="225146" y="12270"/>
                  <a:pt x="358091" y="0"/>
                </a:cubicBezTo>
                <a:cubicBezTo>
                  <a:pt x="491036" y="-12270"/>
                  <a:pt x="646187" y="23845"/>
                  <a:pt x="730798" y="0"/>
                </a:cubicBezTo>
                <a:cubicBezTo>
                  <a:pt x="741989" y="223507"/>
                  <a:pt x="677403" y="325515"/>
                  <a:pt x="730798" y="474068"/>
                </a:cubicBezTo>
                <a:cubicBezTo>
                  <a:pt x="784193" y="622621"/>
                  <a:pt x="716346" y="727928"/>
                  <a:pt x="730798" y="911670"/>
                </a:cubicBezTo>
                <a:cubicBezTo>
                  <a:pt x="598252" y="929912"/>
                  <a:pt x="452482" y="878440"/>
                  <a:pt x="380015" y="911670"/>
                </a:cubicBezTo>
                <a:cubicBezTo>
                  <a:pt x="307548" y="944900"/>
                  <a:pt x="86562" y="899984"/>
                  <a:pt x="0" y="911670"/>
                </a:cubicBezTo>
                <a:cubicBezTo>
                  <a:pt x="-6760" y="698611"/>
                  <a:pt x="31314" y="588956"/>
                  <a:pt x="0" y="474068"/>
                </a:cubicBezTo>
                <a:cubicBezTo>
                  <a:pt x="-31314" y="359180"/>
                  <a:pt x="45294" y="220909"/>
                  <a:pt x="0" y="0"/>
                </a:cubicBezTo>
                <a:close/>
              </a:path>
            </a:pathLst>
          </a:custGeom>
          <a:noFill/>
          <a:ln w="50800" algn="ctr">
            <a:solidFill>
              <a:schemeClr val="accent1"/>
            </a:solidFill>
            <a:prstDash val="dash"/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3304E-A853-F728-DBBE-3536692A0F80}"/>
              </a:ext>
            </a:extLst>
          </p:cNvPr>
          <p:cNvSpPr txBox="1"/>
          <p:nvPr/>
        </p:nvSpPr>
        <p:spPr>
          <a:xfrm>
            <a:off x="8465002" y="957827"/>
            <a:ext cx="1006419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800" b="1" kern="0">
                <a:solidFill>
                  <a:schemeClr val="accent1"/>
                </a:solidFill>
                <a:latin typeface="+mn-lt"/>
                <a:ea typeface="72 Brand" pitchFamily="34" charset="-128"/>
                <a:cs typeface="72 Brand" pitchFamily="34" charset="-128"/>
              </a:rPr>
              <a:t>You are here</a:t>
            </a:r>
          </a:p>
        </p:txBody>
      </p:sp>
    </p:spTree>
    <p:extLst>
      <p:ext uri="{BB962C8B-B14F-4D97-AF65-F5344CB8AC3E}">
        <p14:creationId xmlns:p14="http://schemas.microsoft.com/office/powerpoint/2010/main" val="48652233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C521C-5135-FDB0-FC35-A6EFD8504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B21CB55-5A01-B789-3025-4F5159F62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>
                <a:solidFill>
                  <a:schemeClr val="bg1"/>
                </a:solidFill>
              </a:rPr>
              <a:t>Thank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you</a:t>
            </a:r>
            <a:endParaRPr lang="en-DE">
              <a:solidFill>
                <a:schemeClr val="bg1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577D79C-C61D-03A2-850F-DE9E3B13BF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Go, </a:t>
            </a:r>
            <a:r>
              <a:rPr lang="de-DE" err="1">
                <a:solidFill>
                  <a:schemeClr val="bg1"/>
                </a:solidFill>
              </a:rPr>
              <a:t>build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something</a:t>
            </a:r>
            <a:r>
              <a:rPr lang="de-DE">
                <a:solidFill>
                  <a:schemeClr val="bg1"/>
                </a:solidFill>
              </a:rPr>
              <a:t> </a:t>
            </a:r>
            <a:r>
              <a:rPr lang="de-DE" err="1">
                <a:solidFill>
                  <a:schemeClr val="bg1"/>
                </a:solidFill>
              </a:rPr>
              <a:t>amazing</a:t>
            </a:r>
            <a:r>
              <a:rPr lang="de-DE">
                <a:solidFill>
                  <a:schemeClr val="bg1"/>
                </a:solidFill>
              </a:rPr>
              <a:t>!</a:t>
            </a:r>
            <a:endParaRPr lang="en-DE">
              <a:solidFill>
                <a:schemeClr val="bg1"/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6D2974A-68EC-72A4-D31D-5FED3E9CAE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/>
              <a:t>Barbara Hartel</a:t>
            </a:r>
            <a:endParaRPr lang="en-DE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36BCFE0-6E8D-14CA-2F8E-FC50C6C79C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/>
              <a:t>@</a:t>
            </a:r>
            <a:r>
              <a:rPr lang="de-DE" err="1"/>
              <a:t>bhartel</a:t>
            </a:r>
            <a:endParaRPr lang="en-DE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DF7FC14-81A0-9CDC-D633-D021634E8A5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/>
              <a:t>Andreas Rößler</a:t>
            </a:r>
            <a:endParaRPr lang="en-DE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0894F5F-DA0A-4B4B-77F3-41BA076457B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/>
              <a:t>David Klug</a:t>
            </a:r>
            <a:endParaRPr lang="en-DE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DB3F588-B669-5EFD-68EA-775716A1525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de-DE"/>
              <a:t>Dominik Schreiber</a:t>
            </a:r>
            <a:endParaRPr lang="en-DE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83C8E62-5FF8-A2FF-DBC5-C2382A98FCD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553970" y="5317877"/>
            <a:ext cx="2159944" cy="632073"/>
          </a:xfrm>
        </p:spPr>
        <p:txBody>
          <a:bodyPr/>
          <a:lstStyle/>
          <a:p>
            <a:r>
              <a:rPr lang="de-DE"/>
              <a:t>@</a:t>
            </a:r>
            <a:r>
              <a:rPr lang="de-DE" err="1"/>
              <a:t>dominikschreiber</a:t>
            </a:r>
            <a:endParaRPr lang="en-DE"/>
          </a:p>
        </p:txBody>
      </p:sp>
      <p:pic>
        <p:nvPicPr>
          <p:cNvPr id="2" name="Picture Placeholder 7" descr="A person looking to the side&#10;&#10;AI-generated content may be incorrect.">
            <a:extLst>
              <a:ext uri="{FF2B5EF4-FFF2-40B4-BE49-F238E27FC236}">
                <a16:creationId xmlns:a16="http://schemas.microsoft.com/office/drawing/2014/main" id="{F16B2CD2-617D-684D-001A-7AC0D3F62B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" r="75"/>
          <a:stretch/>
        </p:blipFill>
        <p:spPr bwMode="black">
          <a:xfrm>
            <a:off x="7740455" y="549275"/>
            <a:ext cx="1440160" cy="1436026"/>
          </a:xfrm>
          <a:prstGeom prst="ellipse">
            <a:avLst/>
          </a:prstGeom>
        </p:spPr>
      </p:pic>
      <p:pic>
        <p:nvPicPr>
          <p:cNvPr id="3" name="Picture Placeholder 6" descr="A person taking a selfie&#10;&#10;AI-generated content may be incorrect.">
            <a:extLst>
              <a:ext uri="{FF2B5EF4-FFF2-40B4-BE49-F238E27FC236}">
                <a16:creationId xmlns:a16="http://schemas.microsoft.com/office/drawing/2014/main" id="{A4AE6DF0-546A-E93C-41EE-48C04860BF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" b="55"/>
          <a:stretch/>
        </p:blipFill>
        <p:spPr bwMode="black">
          <a:xfrm>
            <a:off x="9914434" y="550199"/>
            <a:ext cx="1439314" cy="1438939"/>
          </a:xfrm>
          <a:prstGeom prst="ellipse">
            <a:avLst/>
          </a:prstGeom>
        </p:spPr>
      </p:pic>
      <p:pic>
        <p:nvPicPr>
          <p:cNvPr id="4" name="Picture Placeholder 4" descr="A person wearing glasses and a green shirt&#10;&#10;AI-generated content may be incorrect.">
            <a:extLst>
              <a:ext uri="{FF2B5EF4-FFF2-40B4-BE49-F238E27FC236}">
                <a16:creationId xmlns:a16="http://schemas.microsoft.com/office/drawing/2014/main" id="{77B01F6A-D5CC-F4BE-BA94-6923DFB80F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5" b="55"/>
          <a:stretch/>
        </p:blipFill>
        <p:spPr bwMode="black">
          <a:xfrm>
            <a:off x="7740878" y="3444863"/>
            <a:ext cx="1439314" cy="1438939"/>
          </a:xfrm>
          <a:prstGeom prst="ellipse">
            <a:avLst/>
          </a:prstGeom>
        </p:spPr>
      </p:pic>
      <p:pic>
        <p:nvPicPr>
          <p:cNvPr id="5" name="Picture Placeholder 5" descr="A person standing at a podium with a computer&#10;&#10;AI-generated content may be incorrect.">
            <a:extLst>
              <a:ext uri="{FF2B5EF4-FFF2-40B4-BE49-F238E27FC236}">
                <a16:creationId xmlns:a16="http://schemas.microsoft.com/office/drawing/2014/main" id="{595365F5-AFF3-C543-41C0-A9C3EF6875D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5" b="55"/>
          <a:stretch/>
        </p:blipFill>
        <p:spPr bwMode="black">
          <a:xfrm>
            <a:off x="9914434" y="3429000"/>
            <a:ext cx="1439314" cy="143893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70554388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D5A1BD-A785-C785-D361-4036D9187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B993-84C1-1DB5-7B76-FFDFD14A5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733" y="1299465"/>
            <a:ext cx="4464893" cy="2160240"/>
          </a:xfrm>
        </p:spPr>
        <p:txBody>
          <a:bodyPr/>
          <a:lstStyle/>
          <a:p>
            <a:r>
              <a:rPr lang="en-US" sz="4800"/>
              <a:t>Got feedback? Let’s hear it!</a:t>
            </a:r>
            <a:endParaRPr lang="en-DE" sz="480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3356252-841C-5959-9479-1E9108791DB2}"/>
              </a:ext>
            </a:extLst>
          </p:cNvPr>
          <p:cNvSpPr txBox="1">
            <a:spLocks/>
          </p:cNvSpPr>
          <p:nvPr/>
        </p:nvSpPr>
        <p:spPr>
          <a:xfrm>
            <a:off x="2497186" y="5201525"/>
            <a:ext cx="2293439" cy="65061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err="1">
                <a:solidFill>
                  <a:sysClr val="windowText" lastClr="000000"/>
                </a:solidFill>
                <a:latin typeface="Inter" panose="02000503000000020004" pitchFamily="2" charset="0"/>
              </a:rPr>
              <a:t>Themable</a:t>
            </a:r>
            <a:r>
              <a:rPr lang="en-US" sz="1400">
                <a:solidFill>
                  <a:sysClr val="windowText" lastClr="000000"/>
                </a:solidFill>
                <a:latin typeface="Inter" panose="02000503000000020004" pitchFamily="2" charset="0"/>
              </a:rPr>
              <a:t> Products </a:t>
            </a:r>
            <a:br>
              <a:rPr lang="en-US" sz="1400">
                <a:solidFill>
                  <a:sysClr val="windowText" lastClr="000000"/>
                </a:solidFill>
                <a:latin typeface="Inter" panose="02000503000000020004" pitchFamily="2" charset="0"/>
              </a:rPr>
            </a:br>
            <a:r>
              <a:rPr lang="en-US" sz="1400">
                <a:solidFill>
                  <a:sysClr val="windowText" lastClr="000000"/>
                </a:solidFill>
                <a:latin typeface="Inter" panose="02000503000000020004" pitchFamily="2" charset="0"/>
              </a:rPr>
              <a:t>with theming Parameters and modern CSS</a:t>
            </a:r>
            <a:endParaRPr lang="en-DE" sz="1400">
              <a:solidFill>
                <a:sysClr val="windowText" lastClr="000000"/>
              </a:solidFill>
              <a:latin typeface="Inter" panose="02000503000000020004" pitchFamily="2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82123E6-B40D-79EB-062C-8E1F8A5C5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00000">
            <a:off x="317014" y="571186"/>
            <a:ext cx="584238" cy="592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537E92-EEC8-1052-D447-E14E2DFFE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69" y="3860800"/>
            <a:ext cx="2089150" cy="2089150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1A12D49F-7708-2117-C1DD-EB29C77F8E01}"/>
              </a:ext>
            </a:extLst>
          </p:cNvPr>
          <p:cNvSpPr>
            <a:spLocks/>
          </p:cNvSpPr>
          <p:nvPr/>
        </p:nvSpPr>
        <p:spPr>
          <a:xfrm>
            <a:off x="6097587" y="0"/>
            <a:ext cx="6096115" cy="63108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DE" sz="1400">
              <a:latin typeface="Inter" panose="020005030000000200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145161-5268-119C-3B4E-46D67EBDFE59}"/>
              </a:ext>
            </a:extLst>
          </p:cNvPr>
          <p:cNvGrpSpPr/>
          <p:nvPr/>
        </p:nvGrpSpPr>
        <p:grpSpPr>
          <a:xfrm>
            <a:off x="7814493" y="455063"/>
            <a:ext cx="2662303" cy="5400675"/>
            <a:chOff x="7815966" y="451463"/>
            <a:chExt cx="2662303" cy="540067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AA8C8A3-189C-4ECF-18F5-23B4B2097900}"/>
                </a:ext>
              </a:extLst>
            </p:cNvPr>
            <p:cNvGrpSpPr/>
            <p:nvPr/>
          </p:nvGrpSpPr>
          <p:grpSpPr>
            <a:xfrm>
              <a:off x="7977538" y="559513"/>
              <a:ext cx="2339157" cy="5113238"/>
              <a:chOff x="7977538" y="559513"/>
              <a:chExt cx="2339157" cy="5113238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E5CFA30C-312D-62FF-CC2E-9845A237BC0E}"/>
                  </a:ext>
                </a:extLst>
              </p:cNvPr>
              <p:cNvSpPr/>
              <p:nvPr/>
            </p:nvSpPr>
            <p:spPr bwMode="gray">
              <a:xfrm>
                <a:off x="7977538" y="559513"/>
                <a:ext cx="2339157" cy="5113238"/>
              </a:xfrm>
              <a:prstGeom prst="roundRect">
                <a:avLst>
                  <a:gd name="adj" fmla="val 11856"/>
                </a:avLst>
              </a:prstGeom>
              <a:solidFill>
                <a:schemeClr val="accent2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R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tabLst/>
                </a:pPr>
                <a:endParaRPr kumimoji="0" lang="en-DE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72 Brand" pitchFamily="34" charset="-128"/>
                  <a:cs typeface="72 Brand" pitchFamily="34" charset="-128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0CE660D-7195-7E7F-0F60-C6147CB15C6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" t="1202" r="526" b="2045"/>
              <a:stretch>
                <a:fillRect/>
              </a:stretch>
            </p:blipFill>
            <p:spPr>
              <a:xfrm>
                <a:off x="7977538" y="692696"/>
                <a:ext cx="2339157" cy="4980054"/>
              </a:xfrm>
              <a:prstGeom prst="roundRect">
                <a:avLst>
                  <a:gd name="adj" fmla="val 10653"/>
                </a:avLst>
              </a:prstGeom>
            </p:spPr>
          </p:pic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E82530B-75CB-66DB-1C6C-FB16BD400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713" t="1366" r="2323" b="865"/>
            <a:stretch/>
          </p:blipFill>
          <p:spPr>
            <a:xfrm>
              <a:off x="7815966" y="451463"/>
              <a:ext cx="2662303" cy="5400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39203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1_SAP Template 2025">
  <a:themeElements>
    <a:clrScheme name="UI5con 2025">
      <a:dk1>
        <a:srgbClr val="F9F9F5"/>
      </a:dk1>
      <a:lt1>
        <a:srgbClr val="000000"/>
      </a:lt1>
      <a:dk2>
        <a:srgbClr val="F79B36"/>
      </a:dk2>
      <a:lt2>
        <a:srgbClr val="009BE2"/>
      </a:lt2>
      <a:accent1>
        <a:srgbClr val="D9D100"/>
      </a:accent1>
      <a:accent2>
        <a:srgbClr val="8838EC"/>
      </a:accent2>
      <a:accent3>
        <a:srgbClr val="000000"/>
      </a:accent3>
      <a:accent4>
        <a:srgbClr val="595959"/>
      </a:accent4>
      <a:accent5>
        <a:srgbClr val="7F7F7F"/>
      </a:accent5>
      <a:accent6>
        <a:srgbClr val="A5A5A5"/>
      </a:accent6>
      <a:hlink>
        <a:srgbClr val="D8D8D8"/>
      </a:hlink>
      <a:folHlink>
        <a:srgbClr val="F2F2F2"/>
      </a:folHlink>
    </a:clrScheme>
    <a:fontScheme name="UI5con Inter">
      <a:majorFont>
        <a:latin typeface="Inter SemiBold"/>
        <a:ea typeface=""/>
        <a:cs typeface=""/>
      </a:majorFont>
      <a:minorFont>
        <a:latin typeface="Inter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8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_BTP_2025" id="{757D9334-7065-1B47-9DF3-433B1D7B336E}" vid="{9DACD3F1-9E8E-9A44-951D-60CCBF9717F7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21,"isValidatorEnabled":false,"isLocked":false,"elementsMetadata":[],"slideId":"638331234103040955","enableDocumentContentUpdater":false,"version":"2.0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5.xml><?xml version="1.0" encoding="utf-8"?>
<TemplafyTemplateConfiguration><![CDATA[{"elementsMetadata":[{"type":"shape","id":"0a908bc1-e82a-495f-9594-bd1168cd19be","elementConfiguration":{"binding":"{{ DataSources.Classification[Form.Classification.Name].Display}}","type":"text","disableUpdates":false}},{"type":"shape","id":"44316e8c-6ca3-4db4-8308-7e5dcd1bba55","elementConfiguration":{"inheritDimensions":"{{InheritDimensions.InheritNone}}","width":"","height":"1 cm","image":"{{Form.SAPLogo.SubbrandBlue}}","visibility":"","type":"image","disableUpdates":false}},{"type":"shape","id":"40f30b24-473a-466d-960c-f8fc2a8c4a63","elementConfiguration":{"binding":"{{Form.Classification.Display}}","visibility":"","type":"text","disableUpdates":false}},{"type":"shape","id":"0680655d-8c26-4156-8034-aa39e4480ef3","elementConfiguration":{"binding":"{{Form.Classification.Display}}","visibility":"","type":"text","disableUpdates":false}},{"type":"shape","id":"ab570b55-75ae-45f8-a6f7-bac7655bd56f","elementConfiguration":{"inheritDimensions":"{{InheritDimensions.InheritNone}}","width":"","height":"1 cm","image":"{{Form.SAPLogo.SubbrandBlack}}","visibility":"","type":"image","disableUpdates":false}},{"type":"shape","id":"c2a22285-1325-428c-b3b5-886a13034185","elementConfiguration":{"inheritDimensions":"{{InheritDimensions.InheritNone}}","width":"","height":"1 cm","image":"{{Form.SAPLogo.SubbrandWhite}}","visibility":"","type":"image","disableUpdates":false}},{"type":"shape","id":"7143bcfa-1f15-4cc9-9f50-08f536c1ef07","elementConfiguration":{"binding":"{{Form.Classification.Display}}","visibility":"","type":"text","disableUpdates":false}},{"type":"shape","id":"b2f2646e-eb2b-484a-800c-564e5254d3c7","elementConfiguration":{"inheritDimensions":"{{InheritDimensions.InheritNone}}","width":"","height":"1 cm","image":"{{Form.SAPLogo.SubbrandBlue}}","visibility":"","type":"image","disableUpdates":false}},{"type":"shape","id":"4bdc5ea9-f0a9-439e-a919-7151679a38b4","elementConfiguration":{"binding":"{{Form.Classification.Display}}","visibility":"","type":"text","disableUpdates":false}},{"type":"shape","id":"e8951529-6458-486f-af2c-7c20b7da397b","elementConfiguration":{"inheritDimensions":"{{InheritDimensions.InheritNone}}","width":"","height":"1 cm","image":"{{Form.SAPLogo.SubbrandBlue}}","visibility":"","type":"image","disableUpdates":false}},{"type":"shape","id":"cd2e7eed-9483-4ead-96d6-257718db0d06","elementConfiguration":{"binding":"{{Form.Classification.Display}}","visibility":"","type":"text","disableUpdates":false}},{"type":"shape","id":"6bd766bd-933c-411a-8fe2-1501c122482a","elementConfiguration":{"inheritDimensions":"{{InheritDimensions.InheritNone}}","width":"","height":"1 cm","image":"{{Form.SAPLogo.SubbrandBlue}}","visibility":"","type":"image","disableUpdates":false}},{"type":"shape","id":"e67b9724-33cf-4729-9c81-8fd63587139d","elementConfiguration":{"binding":"{{Form.Classification.Display}}","visibility":"","type":"text","disableUpdates":false}},{"type":"shape","id":"84422b6f-0ce8-405c-9884-de229d5a7714","elementConfiguration":{"inheritDimensions":"{{InheritDimensions.InheritNone}}","width":"","height":"1 cm","image":"{{Form.SAPLogo.SubbrandWhite}}","visibility":"","type":"image","disableUpdates":false}},{"type":"shape","id":"bb40f590-0318-40d4-a574-052191843f8a","elementConfiguration":{"binding":"{{Form.Classification.Display}}","visibility":"","type":"text","disableUpdates":false}},{"type":"shape","id":"33f4ad98-d40d-4db6-8561-a1f0d440f822","elementConfiguration":{"binding":"{{DataSources.PPTCopyRight[\"Slide 5 copyright\"].CopyrightMessage}}","visibility":"","type":"text","disableUpdates":false}},{"type":"shape","id":"c62445f6-ba3e-466f-bc4a-0ef055dac6b8","elementConfiguration":{"inheritDimensions":"{{InheritDimensions.InheritNone}}","width":"","height":"1 cm","image":"{{Form.SAPLogo.SubbrandBlack}}","visibility":"","type":"image","disableUpdates":false}},{"type":"shape","id":"09659fbe-7276-43c4-b4e2-a9cf3a3d374d","elementConfiguration":{"binding":"{{Form.Classification.Display}}","visibility":"","type":"text","disableUpdates":false}},{"type":"shape","id":"9296f7b3-eefb-4e40-8e7e-a90aecd9dcb9","elementConfiguration":{"inheritDimensions":"{{InheritDimensions.InheritNone}}","width":"","height":"1 cm","image":"{{Form.SAPLogo.SubbrandWhite}}","visibility":"","type":"image","disableUpdates":false}},{"type":"shape","id":"57e11668-fa9a-4f74-bfec-79fe8201ec2c","elementConfiguration":{"binding":"{{Form.Classification.Display}}","visibility":"","type":"text","disableUpdates":false}},{"type":"shape","id":"a11dcefb-3824-40af-9d24-4e03dc080f7c","elementConfiguration":{"inheritDimensions":"{{InheritDimensions.InheritNone}}","width":"","height":"1 cm","image":"{{Form.SAPLogo.SubbrandBlack}}","visibility":"","type":"image","disableUpdates":false}},{"type":"shape","id":"6a18d45e-5fd8-49d6-bd1b-49d60fb5ef89","elementConfiguration":{"binding":"{{Form.Classification.Display}}","visibility":"","type":"text","disableUpdates":false}},{"type":"shape","id":"72fa906d-d218-4221-b995-d112b2b39007","elementConfiguration":{"inheritDimensions":"{{InheritDimensions.InheritNone}}","width":"","height":"1 cm","image":"{{Form.SAPLogo.SubbrandWhite}}","visibility":"","type":"image","disableUpdates":false}},{"type":"shape","id":"6de48302-38a3-49d6-b197-f845bd47d2d9","elementConfiguration":{"binding":"{{Form.Classification.Display}}","visibility":"","type":"text","disableUpdates":false}},{"type":"shape","id":"dc2dab84-fe58-4ea5-b5fd-ded217beead5","elementConfiguration":{"inheritDimensions":"{{InheritDimensions.InheritNone}}","width":"","height":"1 cm","image":"{{Form.SAPLogo.SubbrandWhite}}","visibility":"","type":"image","disableUpdates":false}},{"type":"shape","id":"6b63247c-eb70-4348-8b48-2639f4f3f052","elementConfiguration":{"binding":"{{Form.Classification.Display}}","visibility":"","type":"text","disableUpdates":false}},{"type":"shape","id":"203d32b2-7e7f-4259-a69e-3e14629c7c46","elementConfiguration":{"binding":"{{StringJoin(\", \", Form.SpeakerName,\"SAP\")}}","type":"text","disableUpdates":false}},{"type":"shape","id":"a95b5c99-7886-49ea-879f-c76117b99bd9","elementConfiguration":{"binding":"{{FormatDateTime(Form.Date,\"MMMM dd, yyyy\",\"en-US\")}}","type":"text","disableUpdates":false}},{"type":"shape","id":"b8169bd4-9e82-48dd-9ceb-31f1d5e31fb0","elementConfiguration":{"binding":"{{StringJoin(\", \", Form.SpeakerName,\"SAP\")}}","type":"text","disableUpdates":false}},{"type":"shape","id":"b3dfe8e1-a3a7-4263-acc5-2a8543add469","elementConfiguration":{"binding":"{{FormatDateTime(Form.Date,\"MMMM dd, yyyy\",\"en-US\")}}","type":"text","disableUpdates":false}},{"type":"shape","id":"a55589dc-2a63-4b72-ac55-6c36b2abe632","elementConfiguration":{"binding":"{{StringJoin(\", \", Form.SpeakerName,\"SAP\")}}","type":"text","disableUpdates":false}},{"type":"shape","id":"28c36dfe-4af3-4dda-87ef-e3c686b203a0","elementConfiguration":{"binding":"{{FormatDateTime(Form.Date,\"MMMM dd, yyyy\",\"en-US\")}}","type":"text","disableUpdates":false}},{"type":"shape","id":"217dc6fc-5f36-4744-89b2-12192b6a6010","elementConfiguration":{"binding":"{{StringJoin(\", \", Form.SpeakerName,\"SAP\")}}","type":"text","disableUpdates":false}},{"type":"shape","id":"f42feaf5-6efd-4622-9c92-70d2c364b6bb","elementConfiguration":{"binding":"{{FormatDateTime(Form.Date,\"MMMM dd, yyyy\",\"en-US\")}}","type":"text","disableUpdates":false}},{"type":"shape","id":"c46daed2-de87-437f-997b-28c4ae8b9cf0","elementConfiguration":{"binding":"{{StringJoin(\", \", Form.SpeakerName,\"SAP\")}}","type":"text","disableUpdates":false}},{"type":"shape","id":"8cdff70e-01b0-495b-a473-eec900f4f459","elementConfiguration":{"binding":"{{FormatDateTime(Form.Date,\"MMMM dd, yyyy\",\"en-US\")}}","type":"text","disableUpdates":false}},{"type":"shape","id":"90d12e76-a509-4f22-bf5c-02345274b081","elementConfiguration":{"binding":"{{StringJoin(\", \", Form.SpeakerName,\"SAP\")}}","type":"text","disableUpdates":false}},{"type":"shape","id":"e57cf5f2-6c13-422a-a995-d9c11fc8884f","elementConfiguration":{"binding":"{{FormatDateTime(Form.Date,\"MMMM dd, yyyy\",\"en-US\")}}","type":"text","disableUpdates":false}},{"type":"shape","id":"fb67f877-df8e-45a0-bcad-f211be82d24b","elementConfiguration":{"binding":"{{Form.SpeakerName}}","type":"text","disableUpdates":false}},{"type":"shape","id":"b1a4df00-a2f2-49a7-aaca-a98170695679","elementConfiguration":{"binding":"{{Form.Email}}","type":"text","disableUpdates":false}}],"transformationConfigurations":[],"templateName":"SAP Template NEW","templateDescription":"","enableDocumentContentUpdater":true,"version":"2.0"}]]></TemplafyTemplateConfiguration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7.xml><?xml version="1.0" encoding="utf-8"?>
<TemplafySlideTemplateConfiguration><![CDATA[{"slideVersion":17,"isValidatorEnabled":false,"isLocked":false,"elementsMetadata":[],"slideId":"638331234102931200","enableDocumentContentUpdater":false,"version":"2.0"}]]></TemplafySlideTemplateConfiguration>
</file>

<file path=customXml/item8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5BC5E16F57F14BA41DA0E231C12688" ma:contentTypeVersion="8" ma:contentTypeDescription="Create a new document." ma:contentTypeScope="" ma:versionID="f90011c2e17e85fca24b74f5a7551c97">
  <xsd:schema xmlns:xsd="http://www.w3.org/2001/XMLSchema" xmlns:xs="http://www.w3.org/2001/XMLSchema" xmlns:p="http://schemas.microsoft.com/office/2006/metadata/properties" xmlns:ns2="c170a3f5-949a-4695-aea9-4beaf3089ec7" targetNamespace="http://schemas.microsoft.com/office/2006/metadata/properties" ma:root="true" ma:fieldsID="63c1ae262d01eaecc76cd6eca3cb5de6" ns2:_="">
    <xsd:import namespace="c170a3f5-949a-4695-aea9-4beaf3089e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70a3f5-949a-4695-aea9-4beaf3089e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9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Email}}","shareValue":false,"type":"textBox","name":"Email","label":"Email"}],"formDataEntries":[{"name":"SAPLogo","value":"iqONz4C76xQ46P+iP3oMykAo12wv3BwE2UVHTov6PGI="},{"name":"Classification","value":"OmrOP8d402txjl1Zr787gUA6bTWeMdaxGEF9U5BKD64="},{"name":"Date","value":"VpFI1E0YQIUbeWJ2yP3+kQ=="},{"name":"SpeakerName","value":"YnPwfaWtJd9yqRikMcavEg=="},{"name":"Email","value":"v35+JSpO6F5yjM5PrFdVwQ=="}]}]]></TemplafyFormConfiguration>
</file>

<file path=customXml/itemProps1.xml><?xml version="1.0" encoding="utf-8"?>
<ds:datastoreItem xmlns:ds="http://schemas.openxmlformats.org/officeDocument/2006/customXml" ds:itemID="{BD99955C-1E0D-4B55-AD83-036943EB7812}">
  <ds:schemaRefs/>
</ds:datastoreItem>
</file>

<file path=customXml/itemProps2.xml><?xml version="1.0" encoding="utf-8"?>
<ds:datastoreItem xmlns:ds="http://schemas.openxmlformats.org/officeDocument/2006/customXml" ds:itemID="{61555776-84FC-4B43-B0B2-15A3DA39861C}">
  <ds:schemaRefs/>
</ds:datastoreItem>
</file>

<file path=customXml/itemProps3.xml><?xml version="1.0" encoding="utf-8"?>
<ds:datastoreItem xmlns:ds="http://schemas.openxmlformats.org/officeDocument/2006/customXml" ds:itemID="{7F6898E6-9ADD-4538-B0E5-FC21C8DB6903}">
  <ds:schemaRefs/>
</ds:datastoreItem>
</file>

<file path=customXml/itemProps4.xml><?xml version="1.0" encoding="utf-8"?>
<ds:datastoreItem xmlns:ds="http://schemas.openxmlformats.org/officeDocument/2006/customXml" ds:itemID="{C1422F45-04DB-421D-8796-270006657806}">
  <ds:schemaRefs>
    <ds:schemaRef ds:uri="c170a3f5-949a-4695-aea9-4beaf3089ec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5.xml><?xml version="1.0" encoding="utf-8"?>
<ds:datastoreItem xmlns:ds="http://schemas.openxmlformats.org/officeDocument/2006/customXml" ds:itemID="{626BBCBB-1894-4E66-BA48-9E91CE3ACBA0}">
  <ds:schemaRefs/>
</ds:datastoreItem>
</file>

<file path=customXml/itemProps6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7.xml><?xml version="1.0" encoding="utf-8"?>
<ds:datastoreItem xmlns:ds="http://schemas.openxmlformats.org/officeDocument/2006/customXml" ds:itemID="{97E3BD22-8559-41C7-B32B-85AADBCE3220}">
  <ds:schemaRefs/>
</ds:datastoreItem>
</file>

<file path=customXml/itemProps8.xml><?xml version="1.0" encoding="utf-8"?>
<ds:datastoreItem xmlns:ds="http://schemas.openxmlformats.org/officeDocument/2006/customXml" ds:itemID="{72D74DC3-2502-4018-92EF-9C57AC7AA8AD}">
  <ds:schemaRefs>
    <ds:schemaRef ds:uri="c170a3f5-949a-4695-aea9-4beaf3089ec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9.xml><?xml version="1.0" encoding="utf-8"?>
<ds:datastoreItem xmlns:ds="http://schemas.openxmlformats.org/officeDocument/2006/customXml" ds:itemID="{CC49FFC8-2FF3-4057-96F0-3BCD1A4F035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21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1_SAP Template 2025</vt:lpstr>
      <vt:lpstr>Themable products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Easy solution: ignore theming</vt:lpstr>
      <vt:lpstr>Easy solution: ignore theming</vt:lpstr>
      <vt:lpstr>Manual solution: use Parameters.get()</vt:lpstr>
      <vt:lpstr>Best case: be part of the theming build</vt:lpstr>
      <vt:lpstr>Detour: the theming service on SAP BTP</vt:lpstr>
      <vt:lpstr>PowerPoint Presentation</vt:lpstr>
      <vt:lpstr>UI5 has custom properties since 1.127</vt:lpstr>
      <vt:lpstr>Demo</vt:lpstr>
      <vt:lpstr>PowerPoint Presentation</vt:lpstr>
      <vt:lpstr>A Vision of what is now possible</vt:lpstr>
      <vt:lpstr>More theming today</vt:lpstr>
      <vt:lpstr>Thank you</vt:lpstr>
      <vt:lpstr>Got feedback? Let’s hear it!</vt:lpstr>
    </vt:vector>
  </TitlesOfParts>
  <Manager/>
  <Company>SAP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Vogelbacher, Teresa</dc:creator>
  <cp:keywords/>
  <dc:description/>
  <cp:revision>1</cp:revision>
  <dcterms:created xsi:type="dcterms:W3CDTF">2025-03-13T13:01:36Z</dcterms:created>
  <dcterms:modified xsi:type="dcterms:W3CDTF">2025-07-07T09:11:29Z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1101452479</vt:i4>
  </property>
  <property fmtid="{D5CDD505-2E9C-101B-9397-08002B2CF9AE}" pid="3" name="_NewReviewCycle">
    <vt:lpwstr/>
  </property>
  <property fmtid="{D5CDD505-2E9C-101B-9397-08002B2CF9AE}" pid="4" name="_EmailSubject">
    <vt:lpwstr>SAP - PPT Exploration (Updated)</vt:lpwstr>
  </property>
  <property fmtid="{D5CDD505-2E9C-101B-9397-08002B2CF9AE}" pid="5" name="_PreviousAdHocReviewCycleID">
    <vt:i4>1357826825</vt:i4>
  </property>
  <property fmtid="{D5CDD505-2E9C-101B-9397-08002B2CF9AE}" pid="6" name="ContentTypeId">
    <vt:lpwstr>0x010100775BC5E16F57F14BA41DA0E231C12688</vt:lpwstr>
  </property>
  <property fmtid="{D5CDD505-2E9C-101B-9397-08002B2CF9AE}" pid="7" name="TemplafyTimeStamp">
    <vt:lpwstr>2024-09-17T07:55:49</vt:lpwstr>
  </property>
  <property fmtid="{D5CDD505-2E9C-101B-9397-08002B2CF9AE}" pid="8" name="TemplafyTenantId">
    <vt:lpwstr>sap</vt:lpwstr>
  </property>
  <property fmtid="{D5CDD505-2E9C-101B-9397-08002B2CF9AE}" pid="9" name="TemplafyTemplateId">
    <vt:lpwstr>743088030174412800</vt:lpwstr>
  </property>
  <property fmtid="{D5CDD505-2E9C-101B-9397-08002B2CF9AE}" pid="10" name="TemplafyUserProfileId">
    <vt:lpwstr>637653955260011855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</Properties>
</file>